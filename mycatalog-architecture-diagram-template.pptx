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Mar 16 2025 07:06:00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4.png" Type="http://schemas.openxmlformats.org/officeDocument/2006/relationships/image"/><Relationship Id="rId2" Target="../media/image225.png" Type="http://schemas.openxmlformats.org/officeDocument/2006/relationships/image"/><Relationship Id="rId3" Target="../media/image226.png" Type="http://schemas.openxmlformats.org/officeDocument/2006/relationships/image"/><Relationship Id="rId4" Target="../media/image227.png" Type="http://schemas.openxmlformats.org/officeDocument/2006/relationships/image"/><Relationship Id="rId5" Target="../media/image228.png" Type="http://schemas.openxmlformats.org/officeDocument/2006/relationships/image"/><Relationship Id="rId6" Target="../media/image229.png" Type="http://schemas.openxmlformats.org/officeDocument/2006/relationships/image"/><Relationship Id="rId7" Target="../media/image230.png" Type="http://schemas.openxmlformats.org/officeDocument/2006/relationships/image"/><Relationship Id="rId8" Target="../media/image231.png" Type="http://schemas.openxmlformats.org/officeDocument/2006/relationships/image"/><Relationship Id="rId9" Target="../media/image232.png" Type="http://schemas.openxmlformats.org/officeDocument/2006/relationships/image"/><Relationship Id="rId10" Target="../media/image233.png" Type="http://schemas.openxmlformats.org/officeDocument/2006/relationships/image"/><Relationship Id="rId11" Target="../media/image234.png" Type="http://schemas.openxmlformats.org/officeDocument/2006/relationships/image"/><Relationship Id="rId12" Target="../media/image235.png" Type="http://schemas.openxmlformats.org/officeDocument/2006/relationships/image"/><Relationship Id="rId13" Target="../media/image236.png" Type="http://schemas.openxmlformats.org/officeDocument/2006/relationships/image"/><Relationship Id="rId14" Target="../media/image237.png" Type="http://schemas.openxmlformats.org/officeDocument/2006/relationships/image"/><Relationship Id="rId15" Target="../media/image238.png" Type="http://schemas.openxmlformats.org/officeDocument/2006/relationships/image"/><Relationship Id="rId16" Target="../media/image239.png" Type="http://schemas.openxmlformats.org/officeDocument/2006/relationships/image"/><Relationship Id="rId17" Target="../media/image240.png" Type="http://schemas.openxmlformats.org/officeDocument/2006/relationships/image"/><Relationship Id="rId18" Target="../media/image241.png" Type="http://schemas.openxmlformats.org/officeDocument/2006/relationships/image"/><Relationship Id="rId19" Target="../media/image242.png" Type="http://schemas.openxmlformats.org/officeDocument/2006/relationships/image"/><Relationship Id="rId20" Target="../media/image243.png" Type="http://schemas.openxmlformats.org/officeDocument/2006/relationships/image"/><Relationship Id="rId21" Target="../media/image244.png" Type="http://schemas.openxmlformats.org/officeDocument/2006/relationships/image"/><Relationship Id="rId22" Target="../media/image245.png" Type="http://schemas.openxmlformats.org/officeDocument/2006/relationships/image"/><Relationship Id="rId23" Target="../media/image246.png" Type="http://schemas.openxmlformats.org/officeDocument/2006/relationships/image"/><Relationship Id="rId24" Target="../media/image247.png" Type="http://schemas.openxmlformats.org/officeDocument/2006/relationships/image"/><Relationship Id="rId25" Target="../media/image248.png" Type="http://schemas.openxmlformats.org/officeDocument/2006/relationships/image"/><Relationship Id="rId26" Target="../media/image249.png" Type="http://schemas.openxmlformats.org/officeDocument/2006/relationships/image"/><Relationship Id="rId27" Target="../media/image250.png" Type="http://schemas.openxmlformats.org/officeDocument/2006/relationships/image"/><Relationship Id="rId28" Target="../media/image251.png" Type="http://schemas.openxmlformats.org/officeDocument/2006/relationships/image"/><Relationship Id="rId29" Target="../media/image252.png" Type="http://schemas.openxmlformats.org/officeDocument/2006/relationships/image"/><Relationship Id="rId30" Target="../media/image253.png" Type="http://schemas.openxmlformats.org/officeDocument/2006/relationships/image"/><Relationship Id="rId31" Target="../media/image254.png" Type="http://schemas.openxmlformats.org/officeDocument/2006/relationships/image"/><Relationship Id="rId32" Target="../media/image255.png" Type="http://schemas.openxmlformats.org/officeDocument/2006/relationships/image"/><Relationship Id="rId33" Target="../media/image256.png" Type="http://schemas.openxmlformats.org/officeDocument/2006/relationships/image"/><Relationship Id="rId34" Target="../media/image257.png" Type="http://schemas.openxmlformats.org/officeDocument/2006/relationships/image"/><Relationship Id="rId35" Target="../media/image258.png" Type="http://schemas.openxmlformats.org/officeDocument/2006/relationships/image"/><Relationship Id="rId36" Target="../media/image259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0.png" Type="http://schemas.openxmlformats.org/officeDocument/2006/relationships/image"/><Relationship Id="rId2" Target="../media/image261.png" Type="http://schemas.openxmlformats.org/officeDocument/2006/relationships/image"/><Relationship Id="rId3" Target="../media/image262.png" Type="http://schemas.openxmlformats.org/officeDocument/2006/relationships/image"/><Relationship Id="rId4" Target="../media/image263.png" Type="http://schemas.openxmlformats.org/officeDocument/2006/relationships/image"/><Relationship Id="rId5" Target="../media/image264.png" Type="http://schemas.openxmlformats.org/officeDocument/2006/relationships/image"/><Relationship Id="rId6" Target="../media/image265.png" Type="http://schemas.openxmlformats.org/officeDocument/2006/relationships/image"/><Relationship Id="rId7" Target="../media/image266.png" Type="http://schemas.openxmlformats.org/officeDocument/2006/relationships/image"/><Relationship Id="rId8" Target="../media/image267.png" Type="http://schemas.openxmlformats.org/officeDocument/2006/relationships/image"/><Relationship Id="rId9" Target="../media/image268.png" Type="http://schemas.openxmlformats.org/officeDocument/2006/relationships/image"/><Relationship Id="rId10" Target="../media/image269.png" Type="http://schemas.openxmlformats.org/officeDocument/2006/relationships/image"/><Relationship Id="rId11" Target="../media/image270.png" Type="http://schemas.openxmlformats.org/officeDocument/2006/relationships/image"/><Relationship Id="rId12" Target="../media/image271.png" Type="http://schemas.openxmlformats.org/officeDocument/2006/relationships/image"/><Relationship Id="rId13" Target="../media/image272.png" Type="http://schemas.openxmlformats.org/officeDocument/2006/relationships/image"/><Relationship Id="rId14" Target="../media/image273.png" Type="http://schemas.openxmlformats.org/officeDocument/2006/relationships/image"/><Relationship Id="rId15" Target="../media/image274.png" Type="http://schemas.openxmlformats.org/officeDocument/2006/relationships/image"/><Relationship Id="rId16" Target="../media/image275.png" Type="http://schemas.openxmlformats.org/officeDocument/2006/relationships/image"/><Relationship Id="rId17" Target="../media/image276.png" Type="http://schemas.openxmlformats.org/officeDocument/2006/relationships/image"/><Relationship Id="rId18" Target="../media/image277.png" Type="http://schemas.openxmlformats.org/officeDocument/2006/relationships/image"/><Relationship Id="rId19" Target="../media/image278.png" Type="http://schemas.openxmlformats.org/officeDocument/2006/relationships/image"/><Relationship Id="rId20" Target="../media/image279.png" Type="http://schemas.openxmlformats.org/officeDocument/2006/relationships/image"/><Relationship Id="rId21" Target="../media/image280.png" Type="http://schemas.openxmlformats.org/officeDocument/2006/relationships/image"/><Relationship Id="rId22" Target="../media/image281.png" Type="http://schemas.openxmlformats.org/officeDocument/2006/relationships/image"/><Relationship Id="rId23" Target="../media/image282.png" Type="http://schemas.openxmlformats.org/officeDocument/2006/relationships/image"/><Relationship Id="rId24" Target="../media/image283.png" Type="http://schemas.openxmlformats.org/officeDocument/2006/relationships/image"/><Relationship Id="rId25" Target="../media/image284.png" Type="http://schemas.openxmlformats.org/officeDocument/2006/relationships/image"/><Relationship Id="rId26" Target="../media/image285.png" Type="http://schemas.openxmlformats.org/officeDocument/2006/relationships/image"/><Relationship Id="rId27" Target="../media/image286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7.png" Type="http://schemas.openxmlformats.org/officeDocument/2006/relationships/image"/><Relationship Id="rId2" Target="../media/image288.png" Type="http://schemas.openxmlformats.org/officeDocument/2006/relationships/image"/><Relationship Id="rId3" Target="../media/image289.png" Type="http://schemas.openxmlformats.org/officeDocument/2006/relationships/image"/><Relationship Id="rId4" Target="../media/image290.png" Type="http://schemas.openxmlformats.org/officeDocument/2006/relationships/image"/><Relationship Id="rId5" Target="../media/image291.png" Type="http://schemas.openxmlformats.org/officeDocument/2006/relationships/image"/><Relationship Id="rId6" Target="../media/image292.png" Type="http://schemas.openxmlformats.org/officeDocument/2006/relationships/image"/><Relationship Id="rId7" Target="../media/image29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4.png" Type="http://schemas.openxmlformats.org/officeDocument/2006/relationships/image"/><Relationship Id="rId2" Target="../media/image295.png" Type="http://schemas.openxmlformats.org/officeDocument/2006/relationships/image"/><Relationship Id="rId3" Target="../media/image296.png" Type="http://schemas.openxmlformats.org/officeDocument/2006/relationships/image"/><Relationship Id="rId4" Target="../media/image297.png" Type="http://schemas.openxmlformats.org/officeDocument/2006/relationships/image"/><Relationship Id="rId5" Target="../media/image298.png" Type="http://schemas.openxmlformats.org/officeDocument/2006/relationships/image"/><Relationship Id="rId6" Target="../media/image299.png" Type="http://schemas.openxmlformats.org/officeDocument/2006/relationships/image"/><Relationship Id="rId7" Target="../media/image300.png" Type="http://schemas.openxmlformats.org/officeDocument/2006/relationships/image"/><Relationship Id="rId8" Target="../media/image301.png" Type="http://schemas.openxmlformats.org/officeDocument/2006/relationships/image"/><Relationship Id="rId9" Target="../media/image302.png" Type="http://schemas.openxmlformats.org/officeDocument/2006/relationships/image"/><Relationship Id="rId10" Target="../media/image303.png" Type="http://schemas.openxmlformats.org/officeDocument/2006/relationships/image"/><Relationship Id="rId11" Target="../media/image304.png" Type="http://schemas.openxmlformats.org/officeDocument/2006/relationships/image"/><Relationship Id="rId12" Target="../media/image305.png" Type="http://schemas.openxmlformats.org/officeDocument/2006/relationships/image"/><Relationship Id="rId13" Target="../media/image306.png" Type="http://schemas.openxmlformats.org/officeDocument/2006/relationships/image"/><Relationship Id="rId14" Target="../media/image307.png" Type="http://schemas.openxmlformats.org/officeDocument/2006/relationships/image"/><Relationship Id="rId15" Target="../media/image308.png" Type="http://schemas.openxmlformats.org/officeDocument/2006/relationships/image"/><Relationship Id="rId16" Target="../media/image309.png" Type="http://schemas.openxmlformats.org/officeDocument/2006/relationships/image"/><Relationship Id="rId17" Target="../media/image310.png" Type="http://schemas.openxmlformats.org/officeDocument/2006/relationships/image"/><Relationship Id="rId18" Target="../media/image311.png" Type="http://schemas.openxmlformats.org/officeDocument/2006/relationships/image"/><Relationship Id="rId19" Target="../media/image312.png" Type="http://schemas.openxmlformats.org/officeDocument/2006/relationships/image"/><Relationship Id="rId20" Target="../media/image313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4.png" Type="http://schemas.openxmlformats.org/officeDocument/2006/relationships/image"/><Relationship Id="rId2" Target="../media/image315.png" Type="http://schemas.openxmlformats.org/officeDocument/2006/relationships/image"/><Relationship Id="rId3" Target="../media/image316.png" Type="http://schemas.openxmlformats.org/officeDocument/2006/relationships/image"/><Relationship Id="rId4" Target="../media/image317.png" Type="http://schemas.openxmlformats.org/officeDocument/2006/relationships/image"/><Relationship Id="rId5" Target="../media/image318.png" Type="http://schemas.openxmlformats.org/officeDocument/2006/relationships/image"/><Relationship Id="rId6" Target="../media/image319.png" Type="http://schemas.openxmlformats.org/officeDocument/2006/relationships/image"/><Relationship Id="rId7" Target="../media/image320.png" Type="http://schemas.openxmlformats.org/officeDocument/2006/relationships/image"/><Relationship Id="rId8" Target="../media/image321.png" Type="http://schemas.openxmlformats.org/officeDocument/2006/relationships/image"/><Relationship Id="rId9" Target="../media/image322.png" Type="http://schemas.openxmlformats.org/officeDocument/2006/relationships/image"/><Relationship Id="rId10" Target="../media/image323.png" Type="http://schemas.openxmlformats.org/officeDocument/2006/relationships/image"/><Relationship Id="rId11" Target="../media/image324.png" Type="http://schemas.openxmlformats.org/officeDocument/2006/relationships/image"/><Relationship Id="rId12" Target="../media/image325.png" Type="http://schemas.openxmlformats.org/officeDocument/2006/relationships/image"/><Relationship Id="rId13" Target="../media/image326.png" Type="http://schemas.openxmlformats.org/officeDocument/2006/relationships/image"/><Relationship Id="rId14" Target="../media/image327.png" Type="http://schemas.openxmlformats.org/officeDocument/2006/relationships/image"/><Relationship Id="rId15" Target="../media/image328.png" Type="http://schemas.openxmlformats.org/officeDocument/2006/relationships/image"/><Relationship Id="rId16" Target="../media/image329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0.png" Type="http://schemas.openxmlformats.org/officeDocument/2006/relationships/image"/><Relationship Id="rId2" Target="../media/image331.png" Type="http://schemas.openxmlformats.org/officeDocument/2006/relationships/image"/><Relationship Id="rId3" Target="../media/image332.png" Type="http://schemas.openxmlformats.org/officeDocument/2006/relationships/image"/><Relationship Id="rId4" Target="../media/image333.png" Type="http://schemas.openxmlformats.org/officeDocument/2006/relationships/image"/><Relationship Id="rId5" Target="../media/image334.png" Type="http://schemas.openxmlformats.org/officeDocument/2006/relationships/image"/><Relationship Id="rId6" Target="../media/image335.png" Type="http://schemas.openxmlformats.org/officeDocument/2006/relationships/image"/><Relationship Id="rId7" Target="../media/image336.png" Type="http://schemas.openxmlformats.org/officeDocument/2006/relationships/image"/><Relationship Id="rId8" Target="../media/image337.png" Type="http://schemas.openxmlformats.org/officeDocument/2006/relationships/image"/><Relationship Id="rId9" Target="../media/image338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39.png" Type="http://schemas.openxmlformats.org/officeDocument/2006/relationships/image"/><Relationship Id="rId2" Target="../media/image340.png" Type="http://schemas.openxmlformats.org/officeDocument/2006/relationships/image"/><Relationship Id="rId3" Target="../media/image341.png" Type="http://schemas.openxmlformats.org/officeDocument/2006/relationships/image"/><Relationship Id="rId4" Target="../media/image342.png" Type="http://schemas.openxmlformats.org/officeDocument/2006/relationships/image"/><Relationship Id="rId5" Target="../media/image343.png" Type="http://schemas.openxmlformats.org/officeDocument/2006/relationships/image"/><Relationship Id="rId6" Target="../media/image344.png" Type="http://schemas.openxmlformats.org/officeDocument/2006/relationships/image"/><Relationship Id="rId7" Target="../media/image345.png" Type="http://schemas.openxmlformats.org/officeDocument/2006/relationships/image"/><Relationship Id="rId8" Target="../media/image346.png" Type="http://schemas.openxmlformats.org/officeDocument/2006/relationships/image"/><Relationship Id="rId9" Target="../media/image347.png" Type="http://schemas.openxmlformats.org/officeDocument/2006/relationships/image"/><Relationship Id="rId10" Target="../media/image348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49.png" Type="http://schemas.openxmlformats.org/officeDocument/2006/relationships/image"/><Relationship Id="rId2" Target="../media/image350.png" Type="http://schemas.openxmlformats.org/officeDocument/2006/relationships/image"/><Relationship Id="rId3" Target="../media/image351.png" Type="http://schemas.openxmlformats.org/officeDocument/2006/relationships/image"/><Relationship Id="rId4" Target="../media/image352.png" Type="http://schemas.openxmlformats.org/officeDocument/2006/relationships/image"/><Relationship Id="rId5" Target="../media/image353.png" Type="http://schemas.openxmlformats.org/officeDocument/2006/relationships/image"/><Relationship Id="rId6" Target="../media/image354.png" Type="http://schemas.openxmlformats.org/officeDocument/2006/relationships/image"/><Relationship Id="rId7" Target="../media/image355.png" Type="http://schemas.openxmlformats.org/officeDocument/2006/relationships/image"/><Relationship Id="rId8" Target="../media/image356.png" Type="http://schemas.openxmlformats.org/officeDocument/2006/relationships/image"/><Relationship Id="rId9" Target="../media/image357.png" Type="http://schemas.openxmlformats.org/officeDocument/2006/relationships/image"/><Relationship Id="rId10" Target="../media/image358.png" Type="http://schemas.openxmlformats.org/officeDocument/2006/relationships/image"/><Relationship Id="rId11" Target="../media/image359.png" Type="http://schemas.openxmlformats.org/officeDocument/2006/relationships/image"/><Relationship Id="rId12" Target="../media/image360.png" Type="http://schemas.openxmlformats.org/officeDocument/2006/relationships/image"/><Relationship Id="rId13" Target="../media/image361.png" Type="http://schemas.openxmlformats.org/officeDocument/2006/relationships/image"/><Relationship Id="rId14" Target="../media/image362.png" Type="http://schemas.openxmlformats.org/officeDocument/2006/relationships/image"/><Relationship Id="rId15" Target="../media/image363.png" Type="http://schemas.openxmlformats.org/officeDocument/2006/relationships/image"/><Relationship Id="rId16" Target="../media/image364.png" Type="http://schemas.openxmlformats.org/officeDocument/2006/relationships/image"/><Relationship Id="rId17" Target="../media/image365.png" Type="http://schemas.openxmlformats.org/officeDocument/2006/relationships/image"/><Relationship Id="rId18" Target="../media/image366.png" Type="http://schemas.openxmlformats.org/officeDocument/2006/relationships/image"/><Relationship Id="rId19" Target="../media/image367.png" Type="http://schemas.openxmlformats.org/officeDocument/2006/relationships/image"/><Relationship Id="rId20" Target="../media/image368.png" Type="http://schemas.openxmlformats.org/officeDocument/2006/relationships/image"/><Relationship Id="rId21" Target="../media/image369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0.png" Type="http://schemas.openxmlformats.org/officeDocument/2006/relationships/image"/><Relationship Id="rId2" Target="../media/image371.png" Type="http://schemas.openxmlformats.org/officeDocument/2006/relationships/image"/><Relationship Id="rId3" Target="../media/image372.png" Type="http://schemas.openxmlformats.org/officeDocument/2006/relationships/image"/><Relationship Id="rId4" Target="../media/image373.png" Type="http://schemas.openxmlformats.org/officeDocument/2006/relationships/image"/><Relationship Id="rId5" Target="../media/image374.png" Type="http://schemas.openxmlformats.org/officeDocument/2006/relationships/image"/><Relationship Id="rId6" Target="../media/image375.png" Type="http://schemas.openxmlformats.org/officeDocument/2006/relationships/image"/><Relationship Id="rId7" Target="../media/image376.png" Type="http://schemas.openxmlformats.org/officeDocument/2006/relationships/image"/><Relationship Id="rId8" Target="../media/image377.png" Type="http://schemas.openxmlformats.org/officeDocument/2006/relationships/image"/><Relationship Id="rId9" Target="../media/image378.png" Type="http://schemas.openxmlformats.org/officeDocument/2006/relationships/image"/><Relationship Id="rId10" Target="../media/image379.png" Type="http://schemas.openxmlformats.org/officeDocument/2006/relationships/image"/><Relationship Id="rId11" Target="../media/image380.png" Type="http://schemas.openxmlformats.org/officeDocument/2006/relationships/image"/><Relationship Id="rId12" Target="../media/image381.png" Type="http://schemas.openxmlformats.org/officeDocument/2006/relationships/image"/><Relationship Id="rId13" Target="../media/image382.png" Type="http://schemas.openxmlformats.org/officeDocument/2006/relationships/image"/><Relationship Id="rId14" Target="../media/image383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4.png" Type="http://schemas.openxmlformats.org/officeDocument/2006/relationships/image"/><Relationship Id="rId2" Target="../media/image385.png" Type="http://schemas.openxmlformats.org/officeDocument/2006/relationships/image"/><Relationship Id="rId3" Target="../media/image386.png" Type="http://schemas.openxmlformats.org/officeDocument/2006/relationships/image"/><Relationship Id="rId4" Target="../media/image387.png" Type="http://schemas.openxmlformats.org/officeDocument/2006/relationships/image"/><Relationship Id="rId5" Target="../media/image388.png" Type="http://schemas.openxmlformats.org/officeDocument/2006/relationships/image"/><Relationship Id="rId6" Target="../media/image389.png" Type="http://schemas.openxmlformats.org/officeDocument/2006/relationships/image"/><Relationship Id="rId7" Target="../media/image390.png" Type="http://schemas.openxmlformats.org/officeDocument/2006/relationships/image"/><Relationship Id="rId8" Target="../media/image391.png" Type="http://schemas.openxmlformats.org/officeDocument/2006/relationships/image"/><Relationship Id="rId9" Target="../media/image392.png" Type="http://schemas.openxmlformats.org/officeDocument/2006/relationships/image"/><Relationship Id="rId10" Target="../media/image393.png" Type="http://schemas.openxmlformats.org/officeDocument/2006/relationships/image"/><Relationship Id="rId11" Target="../media/image394.png" Type="http://schemas.openxmlformats.org/officeDocument/2006/relationships/image"/><Relationship Id="rId12" Target="../media/image395.png" Type="http://schemas.openxmlformats.org/officeDocument/2006/relationships/image"/><Relationship Id="rId13" Target="../media/image396.png" Type="http://schemas.openxmlformats.org/officeDocument/2006/relationships/image"/><Relationship Id="rId14" Target="../media/image397.png" Type="http://schemas.openxmlformats.org/officeDocument/2006/relationships/image"/><Relationship Id="rId15" Target="../media/image398.png" Type="http://schemas.openxmlformats.org/officeDocument/2006/relationships/image"/><Relationship Id="rId16" Target="../media/image399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0.png" Type="http://schemas.openxmlformats.org/officeDocument/2006/relationships/image"/><Relationship Id="rId2" Target="../media/image401.png" Type="http://schemas.openxmlformats.org/officeDocument/2006/relationships/image"/><Relationship Id="rId3" Target="../media/image402.png" Type="http://schemas.openxmlformats.org/officeDocument/2006/relationships/image"/><Relationship Id="rId4" Target="../media/image403.png" Type="http://schemas.openxmlformats.org/officeDocument/2006/relationships/image"/><Relationship Id="rId5" Target="../media/image404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5.png" Type="http://schemas.openxmlformats.org/officeDocument/2006/relationships/image"/><Relationship Id="rId2" Target="../media/image406.png" Type="http://schemas.openxmlformats.org/officeDocument/2006/relationships/image"/><Relationship Id="rId3" Target="../media/image407.png" Type="http://schemas.openxmlformats.org/officeDocument/2006/relationships/image"/><Relationship Id="rId4" Target="../media/image408.png" Type="http://schemas.openxmlformats.org/officeDocument/2006/relationships/image"/><Relationship Id="rId5" Target="../media/image409.png" Type="http://schemas.openxmlformats.org/officeDocument/2006/relationships/image"/><Relationship Id="rId6" Target="../media/image410.png" Type="http://schemas.openxmlformats.org/officeDocument/2006/relationships/image"/><Relationship Id="rId7" Target="../media/image411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2.png" Type="http://schemas.openxmlformats.org/officeDocument/2006/relationships/image"/><Relationship Id="rId2" Target="../media/image413.png" Type="http://schemas.openxmlformats.org/officeDocument/2006/relationships/image"/><Relationship Id="rId3" Target="../media/image414.png" Type="http://schemas.openxmlformats.org/officeDocument/2006/relationships/image"/><Relationship Id="rId4" Target="../media/image415.png" Type="http://schemas.openxmlformats.org/officeDocument/2006/relationships/image"/><Relationship Id="rId5" Target="../media/image416.png" Type="http://schemas.openxmlformats.org/officeDocument/2006/relationships/image"/><Relationship Id="rId6" Target="../media/image417.png" Type="http://schemas.openxmlformats.org/officeDocument/2006/relationships/image"/><Relationship Id="rId7" Target="../media/image418.png" Type="http://schemas.openxmlformats.org/officeDocument/2006/relationships/image"/><Relationship Id="rId8" Target="../media/image419.png" Type="http://schemas.openxmlformats.org/officeDocument/2006/relationships/image"/><Relationship Id="rId9" Target="../media/image420.png" Type="http://schemas.openxmlformats.org/officeDocument/2006/relationships/image"/><Relationship Id="rId10" Target="../media/image421.png" Type="http://schemas.openxmlformats.org/officeDocument/2006/relationships/image"/><Relationship Id="rId11" Target="../media/image422.png" Type="http://schemas.openxmlformats.org/officeDocument/2006/relationships/image"/><Relationship Id="rId12" Target="../media/image423.png" Type="http://schemas.openxmlformats.org/officeDocument/2006/relationships/image"/><Relationship Id="rId13" Target="../media/image424.png" Type="http://schemas.openxmlformats.org/officeDocument/2006/relationships/image"/><Relationship Id="rId14" Target="../media/image425.png" Type="http://schemas.openxmlformats.org/officeDocument/2006/relationships/image"/><Relationship Id="rId15" Target="../media/image426.png" Type="http://schemas.openxmlformats.org/officeDocument/2006/relationships/image"/><Relationship Id="rId16" Target="../media/image427.png" Type="http://schemas.openxmlformats.org/officeDocument/2006/relationships/image"/><Relationship Id="rId17" Target="../media/image428.png" Type="http://schemas.openxmlformats.org/officeDocument/2006/relationships/image"/><Relationship Id="rId18" Target="../media/image429.png" Type="http://schemas.openxmlformats.org/officeDocument/2006/relationships/image"/><Relationship Id="rId19" Target="../media/image430.png" Type="http://schemas.openxmlformats.org/officeDocument/2006/relationships/image"/><Relationship Id="rId20" Target="../media/image431.png" Type="http://schemas.openxmlformats.org/officeDocument/2006/relationships/image"/><Relationship Id="rId21" Target="../media/image432.png" Type="http://schemas.openxmlformats.org/officeDocument/2006/relationships/image"/><Relationship Id="rId22" Target="../media/image433.png" Type="http://schemas.openxmlformats.org/officeDocument/2006/relationships/image"/><Relationship Id="rId23" Target="../media/image434.png" Type="http://schemas.openxmlformats.org/officeDocument/2006/relationships/image"/><Relationship Id="rId24" Target="../media/image435.png" Type="http://schemas.openxmlformats.org/officeDocument/2006/relationships/image"/><Relationship Id="rId25" Target="../media/image436.png" Type="http://schemas.openxmlformats.org/officeDocument/2006/relationships/image"/><Relationship Id="rId26" Target="../media/image437.png" Type="http://schemas.openxmlformats.org/officeDocument/2006/relationships/image"/><Relationship Id="rId27" Target="../media/image438.png" Type="http://schemas.openxmlformats.org/officeDocument/2006/relationships/image"/><Relationship Id="rId28" Target="../media/image439.png" Type="http://schemas.openxmlformats.org/officeDocument/2006/relationships/image"/><Relationship Id="rId29" Target="../media/image440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42c2c0f-1c40-480d-ab7b-76e56a89f51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fa329acf-f9b6-fa9f-f37e-ad72d0b6a78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d589492e-6ac0-4a11-9c28-a157851c8f68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986f2197-9f9a-44f4-9463-f17ec64c6729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im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metadat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874a60-cb12-11e7-948e-37ac098eb1b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035145f0-2cac-4505-59e9-2e363d08d5a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ee41347f-b18e-4ca6-bf80-b5467c63f9a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ed3a5a53-eb60-4f3c-8fd1-17f88585b6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3ea9a2-0fec-4021-8b70-8da5373394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a8f89634-261c-4832-8257-b25e0478798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1fa7442-9ee0-4e27-94c2-0cb3776a0a0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ontainers-kubernet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load-balanc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e13e1860-959c-11e8-871e-ad157af61ad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9349854b-eb46-427f-8ef6-687d601c9ed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b3c3da-7b1f-0879-f414-f367da21848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im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14bd30e0-8921-11e9-a2c5-13fceaf553c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messages-for-rabbitmq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4000551-49ff-4868-9e05-f863e60fad3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9d9545b4-b866-4c1b-9fc0-39273aef5bb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1037c41-adce-4bb5-8b45-0c06004916c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is.snapshot-consistency-grou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b6393bc-7d81-446b-9728-61b704f6eca5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c42cff0-b19b-11eb-9a66-c717766c1d30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network-acl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97bd0c3-a8e5-4f3d-b925-16380e039a9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466091c0-9b8d-11eb-8f8c-91e95378d44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f756420-434f-11e8-ae40-6bdd72502ab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b6229f0-e632-11ee-ae26-5d6d9ba99ee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f0ea1510-e632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339a87f0-e633-11ee-acb6-4d13e7035d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placement-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41690130-a4e8-11ea-94c3-d72a57643c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d666f360-66d1-11e9-85ef-a19427301a8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b2cdb0e-ad91-4fd7-97c0-5398874ec2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828699d-dda7-4022-839b-c8e1e8b7d9d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dedicated-ho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208072a0-7978-11ef-b369-0733120a414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im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address-grou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interfac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network-security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hared-processor-poo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pvm-instan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volum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b260dfd6-9b79-4377-be6d-146a5cb59be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private-path-service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1a901ac-fb7d-9b6e-eb25-14e75a20c4c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df77820-deed-11e9-911d-5f09017358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acdbc42-8965-48f9-8a3c-1c728b6ed2c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is.subne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82c1d79-9176-4597-9cff-941a8d6cfd4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512e5f0-64fb-11e8-9c23-830c05b8b72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f38a4da0-c353-11e9-83b6-a36a57a97a0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vmware.directorsi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vdc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6644e80-f35a-11ee-923f-2fe36712961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virtual-network-interfa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vpc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endpoint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887073fb-ba5b-9407-d2ac-938308d890e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virtual-server-grou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instanc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1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09f5a6ea-185e-4625-8281-9e8629360a4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6670b68-84ca-4a04-b8e8-c567dfeedd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757254b0-a9a0-11ea-9ff6-17a22eb543c5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fd1e0240-dd95-11eb-b4a0-db1c9221b8a2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vp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76b7bf22-b443-47db-b3db-066ba2988f47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12fbfff4-12c7-ccd0-80e6-603e860746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045626d-55e3-4418-be11-683a26dbc1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1530fa0-1776-11ee-93f6-1d4066e6a4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b69f78c0-11d7-11ef-9bdf-c92eb40d18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51c53b72-918f-4869-b834-2d99eb2842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9ba9d4c-b1c5-4cc3-a163-38b580121e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43834340-4a6d-11ed-97d2-959039ad2a2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ad019f3-0fd6-4c25-966d-f3952481a87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zert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2025-03-16T07:06:07.109Z</dcterms:created>
  <dcterms:modified xsi:type="dcterms:W3CDTF">2025-03-16T07:06:07.109Z</dcterms:modified>
</cp:coreProperties>
</file>