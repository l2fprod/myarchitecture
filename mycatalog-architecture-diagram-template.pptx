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8"/>
  </p:notesMaster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arget="slides/slide17.xml" Type="http://schemas.openxmlformats.org/officeDocument/2006/relationships/slide"/>  <Relationship Id="rId19" Target="slides/slide18.xml" Type="http://schemas.openxmlformats.org/officeDocument/2006/relationships/slide"/>  <Relationship Id="rId20" Target="slides/slide19.xml" Type="http://schemas.openxmlformats.org/officeDocument/2006/relationships/slide"/>  <Relationship Id="rId21" Target="slides/slide20.xml" Type="http://schemas.openxmlformats.org/officeDocument/2006/relationships/slide"/>  <Relationship Id="rId22" Target="slides/slide21.xml" Type="http://schemas.openxmlformats.org/officeDocument/2006/relationships/slide"/>  <Relationship Id="rId23" Target="slides/slide22.xml" Type="http://schemas.openxmlformats.org/officeDocument/2006/relationships/slide"/>  <Relationship Id="rId24" Type="http://schemas.openxmlformats.org/officeDocument/2006/relationships/presProps" Target="presProps.xml"/>  <Relationship Id="rId25" Type="http://schemas.openxmlformats.org/officeDocument/2006/relationships/viewProps" Target="viewProps.xml"/>  <Relationship Id="rId26" Type="http://schemas.openxmlformats.org/officeDocument/2006/relationships/theme" Target="theme/theme1.xml"/>  <Relationship Id="rId27" Type="http://schemas.openxmlformats.org/officeDocument/2006/relationships/tableStyles" Target="tableStyles.xml"/>  <Relationship Id="rId28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Generated on Sun Jun 22 2025 07:05:27 GMT+0000 (Coordinated Universal Time)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8.png" Type="http://schemas.openxmlformats.org/officeDocument/2006/relationships/image"/><Relationship Id="rId9" Target="../media/image9.png" Type="http://schemas.openxmlformats.org/officeDocument/2006/relationships/image"/><Relationship Id="rId10" Target="../media/image10.png" Type="http://schemas.openxmlformats.org/officeDocument/2006/relationships/image"/><Relationship Id="rId11" Target="../media/image11.png" Type="http://schemas.openxmlformats.org/officeDocument/2006/relationships/image"/><Relationship Id="rId12" Target="../media/image12.png" Type="http://schemas.openxmlformats.org/officeDocument/2006/relationships/image"/><Relationship Id="rId13" Target="../media/image13.png" Type="http://schemas.openxmlformats.org/officeDocument/2006/relationships/image"/><Relationship Id="rId14" Target="../media/image14.png" Type="http://schemas.openxmlformats.org/officeDocument/2006/relationships/image"/><Relationship Id="rId15" Target="../media/image15.png" Type="http://schemas.openxmlformats.org/officeDocument/2006/relationships/image"/><Relationship Id="rId16" Target="../media/image16.png" Type="http://schemas.openxmlformats.org/officeDocument/2006/relationships/image"/><Relationship Id="rId17" Target="../media/image17.png" Type="http://schemas.openxmlformats.org/officeDocument/2006/relationships/image"/><Relationship Id="rId18" Target="../media/image18.png" Type="http://schemas.openxmlformats.org/officeDocument/2006/relationships/image"/><Relationship Id="rId19" Target="../media/image19.png" Type="http://schemas.openxmlformats.org/officeDocument/2006/relationships/image"/><Relationship Id="rId20" Target="../media/image20.png" Type="http://schemas.openxmlformats.org/officeDocument/2006/relationships/image"/><Relationship Id="rId21" Target="../media/image21.png" Type="http://schemas.openxmlformats.org/officeDocument/2006/relationships/image"/><Relationship Id="rId22" Target="../media/image22.png" Type="http://schemas.openxmlformats.org/officeDocument/2006/relationships/image"/><Relationship Id="rId23" Target="../media/image23.png" Type="http://schemas.openxmlformats.org/officeDocument/2006/relationships/image"/><Relationship Id="rId24" Target="../media/image24.png" Type="http://schemas.openxmlformats.org/officeDocument/2006/relationships/image"/><Relationship Id="rId25" Target="../media/image25.png" Type="http://schemas.openxmlformats.org/officeDocument/2006/relationships/image"/><Relationship Id="rId26" Target="../media/image26.png" Type="http://schemas.openxmlformats.org/officeDocument/2006/relationships/image"/><Relationship Id="rId27" Target="../media/image27.png" Type="http://schemas.openxmlformats.org/officeDocument/2006/relationships/image"/><Relationship Id="rId28" Target="../media/image28.png" Type="http://schemas.openxmlformats.org/officeDocument/2006/relationships/image"/><Relationship Id="rId29" Target="../media/image29.png" Type="http://schemas.openxmlformats.org/officeDocument/2006/relationships/image"/><Relationship Id="rId30" Target="../media/image30.png" Type="http://schemas.openxmlformats.org/officeDocument/2006/relationships/image"/><Relationship Id="rId31" Target="../media/image31.png" Type="http://schemas.openxmlformats.org/officeDocument/2006/relationships/image"/><Relationship Id="rId32" Target="../media/image32.png" Type="http://schemas.openxmlformats.org/officeDocument/2006/relationships/image"/><Relationship Id="rId33" Target="../media/image33.png" Type="http://schemas.openxmlformats.org/officeDocument/2006/relationships/image"/><Relationship Id="rId34" Target="../media/image34.png" Type="http://schemas.openxmlformats.org/officeDocument/2006/relationships/image"/><Relationship Id="rId35" Target="../media/image35.png" Type="http://schemas.openxmlformats.org/officeDocument/2006/relationships/image"/><Relationship Id="rId36" Target="../media/image3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media/image37.png" Type="http://schemas.openxmlformats.org/officeDocument/2006/relationships/image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media/image41.png" Type="http://schemas.openxmlformats.org/officeDocument/2006/relationships/image"/><Relationship Id="rId6" Target="../media/image42.png" Type="http://schemas.openxmlformats.org/officeDocument/2006/relationships/image"/><Relationship Id="rId7" Target="../media/image43.png" Type="http://schemas.openxmlformats.org/officeDocument/2006/relationships/image"/><Relationship Id="rId8" Target="../media/image44.png" Type="http://schemas.openxmlformats.org/officeDocument/2006/relationships/image"/><Relationship Id="rId9" Target="../media/image45.png" Type="http://schemas.openxmlformats.org/officeDocument/2006/relationships/image"/><Relationship Id="rId10" Target="../media/image46.png" Type="http://schemas.openxmlformats.org/officeDocument/2006/relationships/image"/><Relationship Id="rId11" Target="../media/image47.png" Type="http://schemas.openxmlformats.org/officeDocument/2006/relationships/image"/><Relationship Id="rId12" Target="../media/image48.png" Type="http://schemas.openxmlformats.org/officeDocument/2006/relationships/image"/><Relationship Id="rId13" Target="../media/image49.png" Type="http://schemas.openxmlformats.org/officeDocument/2006/relationships/image"/><Relationship Id="rId14" Target="../media/image50.png" Type="http://schemas.openxmlformats.org/officeDocument/2006/relationships/image"/><Relationship Id="rId15" Target="../media/image51.png" Type="http://schemas.openxmlformats.org/officeDocument/2006/relationships/image"/><Relationship Id="rId16" Target="../media/image52.png" Type="http://schemas.openxmlformats.org/officeDocument/2006/relationships/image"/><Relationship Id="rId17" Target="../media/image53.png" Type="http://schemas.openxmlformats.org/officeDocument/2006/relationships/image"/><Relationship Id="rId18" Target="../media/image54.png" Type="http://schemas.openxmlformats.org/officeDocument/2006/relationships/image"/><Relationship Id="rId19" Target="../media/image55.png" Type="http://schemas.openxmlformats.org/officeDocument/2006/relationships/image"/><Relationship Id="rId20" Target="../media/image56.png" Type="http://schemas.openxmlformats.org/officeDocument/2006/relationships/image"/><Relationship Id="rId21" Target="../media/image57.png" Type="http://schemas.openxmlformats.org/officeDocument/2006/relationships/image"/><Relationship Id="rId22" Target="../media/image58.png" Type="http://schemas.openxmlformats.org/officeDocument/2006/relationships/image"/><Relationship Id="rId23" Target="../media/image59.png" Type="http://schemas.openxmlformats.org/officeDocument/2006/relationships/image"/><Relationship Id="rId24" Target="../media/image60.png" Type="http://schemas.openxmlformats.org/officeDocument/2006/relationships/image"/><Relationship Id="rId25" Target="../media/image61.png" Type="http://schemas.openxmlformats.org/officeDocument/2006/relationships/image"/><Relationship Id="rId26" Target="../media/image62.png" Type="http://schemas.openxmlformats.org/officeDocument/2006/relationships/image"/><Relationship Id="rId27" Target="../media/image63.png" Type="http://schemas.openxmlformats.org/officeDocument/2006/relationships/image"/><Relationship Id="rId28" Target="../media/image64.png" Type="http://schemas.openxmlformats.org/officeDocument/2006/relationships/image"/><Relationship Id="rId29" Target="../media/image65.png" Type="http://schemas.openxmlformats.org/officeDocument/2006/relationships/image"/><Relationship Id="rId30" Target="../media/image66.png" Type="http://schemas.openxmlformats.org/officeDocument/2006/relationships/image"/><Relationship Id="rId31" Target="../media/image67.png" Type="http://schemas.openxmlformats.org/officeDocument/2006/relationships/image"/><Relationship Id="rId32" Target="../media/image68.png" Type="http://schemas.openxmlformats.org/officeDocument/2006/relationships/image"/><Relationship Id="rId33" Target="../media/image69.png" Type="http://schemas.openxmlformats.org/officeDocument/2006/relationships/image"/><Relationship Id="rId34" Target="../media/image70.png" Type="http://schemas.openxmlformats.org/officeDocument/2006/relationships/image"/><Relationship Id="rId35" Target="../media/image71.png" Type="http://schemas.openxmlformats.org/officeDocument/2006/relationships/image"/><Relationship Id="rId36" Target="../media/image72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media/image73.png" Type="http://schemas.openxmlformats.org/officeDocument/2006/relationships/image"/><Relationship Id="rId2" Target="../media/image74.png" Type="http://schemas.openxmlformats.org/officeDocument/2006/relationships/image"/><Relationship Id="rId3" Target="../media/image75.png" Type="http://schemas.openxmlformats.org/officeDocument/2006/relationships/image"/><Relationship Id="rId4" Target="../media/image76.png" Type="http://schemas.openxmlformats.org/officeDocument/2006/relationships/image"/><Relationship Id="rId5" Target="../media/image77.png" Type="http://schemas.openxmlformats.org/officeDocument/2006/relationships/image"/><Relationship Id="rId6" Target="../media/image78.png" Type="http://schemas.openxmlformats.org/officeDocument/2006/relationships/image"/><Relationship Id="rId7" Target="../media/image79.png" Type="http://schemas.openxmlformats.org/officeDocument/2006/relationships/image"/><Relationship Id="rId8" Target="../media/image80.png" Type="http://schemas.openxmlformats.org/officeDocument/2006/relationships/image"/><Relationship Id="rId9" Target="../media/image81.png" Type="http://schemas.openxmlformats.org/officeDocument/2006/relationships/image"/><Relationship Id="rId10" Target="../media/image82.png" Type="http://schemas.openxmlformats.org/officeDocument/2006/relationships/image"/><Relationship Id="rId11" Target="../media/image83.png" Type="http://schemas.openxmlformats.org/officeDocument/2006/relationships/image"/><Relationship Id="rId12" Target="../media/image84.png" Type="http://schemas.openxmlformats.org/officeDocument/2006/relationships/image"/><Relationship Id="rId13" Target="../media/image85.png" Type="http://schemas.openxmlformats.org/officeDocument/2006/relationships/image"/><Relationship Id="rId14" Target="../media/image86.png" Type="http://schemas.openxmlformats.org/officeDocument/2006/relationships/image"/><Relationship Id="rId15" Target="../media/image87.png" Type="http://schemas.openxmlformats.org/officeDocument/2006/relationships/image"/><Relationship Id="rId16" Target="../media/image88.png" Type="http://schemas.openxmlformats.org/officeDocument/2006/relationships/image"/><Relationship Id="rId17" Target="../media/image89.png" Type="http://schemas.openxmlformats.org/officeDocument/2006/relationships/image"/><Relationship Id="rId18" Target="../media/image90.png" Type="http://schemas.openxmlformats.org/officeDocument/2006/relationships/image"/><Relationship Id="rId19" Target="../media/image91.png" Type="http://schemas.openxmlformats.org/officeDocument/2006/relationships/image"/><Relationship Id="rId20" Target="../media/image92.png" Type="http://schemas.openxmlformats.org/officeDocument/2006/relationships/image"/><Relationship Id="rId21" Target="../media/image93.png" Type="http://schemas.openxmlformats.org/officeDocument/2006/relationships/image"/><Relationship Id="rId22" Target="../media/image94.png" Type="http://schemas.openxmlformats.org/officeDocument/2006/relationships/image"/><Relationship Id="rId23" Target="../media/image95.png" Type="http://schemas.openxmlformats.org/officeDocument/2006/relationships/image"/><Relationship Id="rId24" Target="../media/image96.png" Type="http://schemas.openxmlformats.org/officeDocument/2006/relationships/image"/><Relationship Id="rId25" Target="../media/image97.png" Type="http://schemas.openxmlformats.org/officeDocument/2006/relationships/image"/><Relationship Id="rId26" Target="../media/image98.png" Type="http://schemas.openxmlformats.org/officeDocument/2006/relationships/image"/><Relationship Id="rId27" Target="../media/image99.png" Type="http://schemas.openxmlformats.org/officeDocument/2006/relationships/image"/><Relationship Id="rId28" Target="../media/image100.png" Type="http://schemas.openxmlformats.org/officeDocument/2006/relationships/image"/><Relationship Id="rId29" Target="../media/image101.png" Type="http://schemas.openxmlformats.org/officeDocument/2006/relationships/image"/><Relationship Id="rId30" Target="../media/image102.png" Type="http://schemas.openxmlformats.org/officeDocument/2006/relationships/image"/><Relationship Id="rId31" Target="../media/image103.png" Type="http://schemas.openxmlformats.org/officeDocument/2006/relationships/image"/><Relationship Id="rId32" Target="../media/image104.png" Type="http://schemas.openxmlformats.org/officeDocument/2006/relationships/image"/><Relationship Id="rId33" Target="../media/image105.png" Type="http://schemas.openxmlformats.org/officeDocument/2006/relationships/image"/><Relationship Id="rId34" Target="../media/image106.png" Type="http://schemas.openxmlformats.org/officeDocument/2006/relationships/image"/><Relationship Id="rId35" Target="../media/image107.png" Type="http://schemas.openxmlformats.org/officeDocument/2006/relationships/image"/><Relationship Id="rId36" Target="../media/image108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media/image109.png" Type="http://schemas.openxmlformats.org/officeDocument/2006/relationships/image"/><Relationship Id="rId2" Target="../media/image110.png" Type="http://schemas.openxmlformats.org/officeDocument/2006/relationships/image"/><Relationship Id="rId3" Target="../media/image111.png" Type="http://schemas.openxmlformats.org/officeDocument/2006/relationships/image"/><Relationship Id="rId4" Target="../media/image112.png" Type="http://schemas.openxmlformats.org/officeDocument/2006/relationships/image"/><Relationship Id="rId5" Target="../media/image113.png" Type="http://schemas.openxmlformats.org/officeDocument/2006/relationships/image"/><Relationship Id="rId6" Target="../media/image114.png" Type="http://schemas.openxmlformats.org/officeDocument/2006/relationships/image"/><Relationship Id="rId7" Target="../media/image115.png" Type="http://schemas.openxmlformats.org/officeDocument/2006/relationships/image"/><Relationship Id="rId8" Target="../media/image116.png" Type="http://schemas.openxmlformats.org/officeDocument/2006/relationships/image"/><Relationship Id="rId9" Target="../media/image117.png" Type="http://schemas.openxmlformats.org/officeDocument/2006/relationships/image"/><Relationship Id="rId10" Target="../media/image118.png" Type="http://schemas.openxmlformats.org/officeDocument/2006/relationships/image"/><Relationship Id="rId11" Target="../media/image119.png" Type="http://schemas.openxmlformats.org/officeDocument/2006/relationships/image"/><Relationship Id="rId12" Target="../media/image120.png" Type="http://schemas.openxmlformats.org/officeDocument/2006/relationships/image"/><Relationship Id="rId13" Target="../media/image121.png" Type="http://schemas.openxmlformats.org/officeDocument/2006/relationships/image"/><Relationship Id="rId14" Target="../media/image122.png" Type="http://schemas.openxmlformats.org/officeDocument/2006/relationships/image"/><Relationship Id="rId15" Target="../media/image123.png" Type="http://schemas.openxmlformats.org/officeDocument/2006/relationships/image"/><Relationship Id="rId16" Target="../media/image124.png" Type="http://schemas.openxmlformats.org/officeDocument/2006/relationships/image"/><Relationship Id="rId17" Target="../media/image125.png" Type="http://schemas.openxmlformats.org/officeDocument/2006/relationships/image"/><Relationship Id="rId18" Target="../media/image126.png" Type="http://schemas.openxmlformats.org/officeDocument/2006/relationships/image"/><Relationship Id="rId19" Target="../media/image127.png" Type="http://schemas.openxmlformats.org/officeDocument/2006/relationships/image"/><Relationship Id="rId20" Target="../media/image128.png" Type="http://schemas.openxmlformats.org/officeDocument/2006/relationships/image"/><Relationship Id="rId21" Target="../media/image129.png" Type="http://schemas.openxmlformats.org/officeDocument/2006/relationships/image"/><Relationship Id="rId22" Target="../media/image130.png" Type="http://schemas.openxmlformats.org/officeDocument/2006/relationships/image"/><Relationship Id="rId23" Target="../media/image131.png" Type="http://schemas.openxmlformats.org/officeDocument/2006/relationships/image"/><Relationship Id="rId24" Target="../media/image132.png" Type="http://schemas.openxmlformats.org/officeDocument/2006/relationships/image"/><Relationship Id="rId25" Target="../media/image133.png" Type="http://schemas.openxmlformats.org/officeDocument/2006/relationships/image"/><Relationship Id="rId26" Target="../media/image134.png" Type="http://schemas.openxmlformats.org/officeDocument/2006/relationships/image"/><Relationship Id="rId27" Target="../media/image135.png" Type="http://schemas.openxmlformats.org/officeDocument/2006/relationships/image"/><Relationship Id="rId28" Target="../media/image136.png" Type="http://schemas.openxmlformats.org/officeDocument/2006/relationships/image"/><Relationship Id="rId29" Target="../media/image137.png" Type="http://schemas.openxmlformats.org/officeDocument/2006/relationships/image"/><Relationship Id="rId30" Target="../media/image138.png" Type="http://schemas.openxmlformats.org/officeDocument/2006/relationships/image"/><Relationship Id="rId31" Target="../media/image139.png" Type="http://schemas.openxmlformats.org/officeDocument/2006/relationships/image"/><Relationship Id="rId32" Target="../media/image140.png" Type="http://schemas.openxmlformats.org/officeDocument/2006/relationships/image"/><Relationship Id="rId33" Target="../media/image141.png" Type="http://schemas.openxmlformats.org/officeDocument/2006/relationships/image"/><Relationship Id="rId34" Target="../media/image142.png" Type="http://schemas.openxmlformats.org/officeDocument/2006/relationships/image"/><Relationship Id="rId35" Target="../media/image143.png" Type="http://schemas.openxmlformats.org/officeDocument/2006/relationships/image"/><Relationship Id="rId36" Target="../media/image144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media/image145.png" Type="http://schemas.openxmlformats.org/officeDocument/2006/relationships/image"/><Relationship Id="rId2" Target="../media/image146.png" Type="http://schemas.openxmlformats.org/officeDocument/2006/relationships/image"/><Relationship Id="rId3" Target="../media/image147.png" Type="http://schemas.openxmlformats.org/officeDocument/2006/relationships/image"/><Relationship Id="rId4" Target="../media/image148.png" Type="http://schemas.openxmlformats.org/officeDocument/2006/relationships/image"/><Relationship Id="rId5" Target="../media/image149.png" Type="http://schemas.openxmlformats.org/officeDocument/2006/relationships/image"/><Relationship Id="rId6" Target="../media/image150.png" Type="http://schemas.openxmlformats.org/officeDocument/2006/relationships/image"/><Relationship Id="rId7" Target="../media/image151.png" Type="http://schemas.openxmlformats.org/officeDocument/2006/relationships/image"/><Relationship Id="rId8" Target="../media/image152.png" Type="http://schemas.openxmlformats.org/officeDocument/2006/relationships/image"/><Relationship Id="rId9" Target="../media/image153.png" Type="http://schemas.openxmlformats.org/officeDocument/2006/relationships/image"/><Relationship Id="rId10" Target="../media/image154.png" Type="http://schemas.openxmlformats.org/officeDocument/2006/relationships/image"/><Relationship Id="rId11" Target="../media/image155.png" Type="http://schemas.openxmlformats.org/officeDocument/2006/relationships/image"/><Relationship Id="rId12" Target="../media/image156.png" Type="http://schemas.openxmlformats.org/officeDocument/2006/relationships/image"/><Relationship Id="rId13" Target="../media/image157.png" Type="http://schemas.openxmlformats.org/officeDocument/2006/relationships/image"/><Relationship Id="rId14" Target="../media/image158.png" Type="http://schemas.openxmlformats.org/officeDocument/2006/relationships/image"/><Relationship Id="rId15" Target="../media/image159.png" Type="http://schemas.openxmlformats.org/officeDocument/2006/relationships/image"/><Relationship Id="rId16" Target="../media/image160.png" Type="http://schemas.openxmlformats.org/officeDocument/2006/relationships/image"/><Relationship Id="rId17" Target="../media/image161.png" Type="http://schemas.openxmlformats.org/officeDocument/2006/relationships/image"/><Relationship Id="rId18" Target="../media/image162.png" Type="http://schemas.openxmlformats.org/officeDocument/2006/relationships/image"/><Relationship Id="rId19" Target="../media/image163.png" Type="http://schemas.openxmlformats.org/officeDocument/2006/relationships/image"/><Relationship Id="rId20" Target="../media/image164.png" Type="http://schemas.openxmlformats.org/officeDocument/2006/relationships/image"/><Relationship Id="rId21" Target="../media/image165.png" Type="http://schemas.openxmlformats.org/officeDocument/2006/relationships/image"/><Relationship Id="rId22" Target="../media/image166.png" Type="http://schemas.openxmlformats.org/officeDocument/2006/relationships/image"/><Relationship Id="rId23" Target="../media/image167.png" Type="http://schemas.openxmlformats.org/officeDocument/2006/relationships/image"/><Relationship Id="rId24" Target="../media/image168.png" Type="http://schemas.openxmlformats.org/officeDocument/2006/relationships/image"/><Relationship Id="rId25" Target="../media/image169.png" Type="http://schemas.openxmlformats.org/officeDocument/2006/relationships/image"/><Relationship Id="rId26" Target="../media/image170.png" Type="http://schemas.openxmlformats.org/officeDocument/2006/relationships/image"/><Relationship Id="rId27" Target="../media/image171.png" Type="http://schemas.openxmlformats.org/officeDocument/2006/relationships/image"/><Relationship Id="rId28" Target="../media/image172.png" Type="http://schemas.openxmlformats.org/officeDocument/2006/relationships/image"/><Relationship Id="rId29" Target="../media/image173.png" Type="http://schemas.openxmlformats.org/officeDocument/2006/relationships/image"/><Relationship Id="rId30" Target="../media/image174.png" Type="http://schemas.openxmlformats.org/officeDocument/2006/relationships/image"/><Relationship Id="rId31" Target="../media/image175.png" Type="http://schemas.openxmlformats.org/officeDocument/2006/relationships/image"/><Relationship Id="rId32" Target="../media/image176.png" Type="http://schemas.openxmlformats.org/officeDocument/2006/relationships/image"/><Relationship Id="rId33" Target="../media/image177.png" Type="http://schemas.openxmlformats.org/officeDocument/2006/relationships/image"/><Relationship Id="rId34" Target="../media/image178.png" Type="http://schemas.openxmlformats.org/officeDocument/2006/relationships/image"/><Relationship Id="rId35" Target="../media/image179.png" Type="http://schemas.openxmlformats.org/officeDocument/2006/relationships/image"/><Relationship Id="rId36" Target="../media/image180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media/image181.png" Type="http://schemas.openxmlformats.org/officeDocument/2006/relationships/image"/><Relationship Id="rId2" Target="../media/image182.png" Type="http://schemas.openxmlformats.org/officeDocument/2006/relationships/image"/><Relationship Id="rId3" Target="../media/image183.png" Type="http://schemas.openxmlformats.org/officeDocument/2006/relationships/image"/><Relationship Id="rId4" Target="../media/image184.png" Type="http://schemas.openxmlformats.org/officeDocument/2006/relationships/image"/><Relationship Id="rId5" Target="../media/image185.png" Type="http://schemas.openxmlformats.org/officeDocument/2006/relationships/image"/><Relationship Id="rId6" Target="../media/image186.png" Type="http://schemas.openxmlformats.org/officeDocument/2006/relationships/image"/><Relationship Id="rId7" Target="../media/image187.png" Type="http://schemas.openxmlformats.org/officeDocument/2006/relationships/image"/><Relationship Id="rId8" Target="../media/image188.png" Type="http://schemas.openxmlformats.org/officeDocument/2006/relationships/image"/><Relationship Id="rId9" Target="../media/image189.png" Type="http://schemas.openxmlformats.org/officeDocument/2006/relationships/image"/><Relationship Id="rId10" Target="../media/image190.png" Type="http://schemas.openxmlformats.org/officeDocument/2006/relationships/image"/><Relationship Id="rId11" Target="../media/image191.png" Type="http://schemas.openxmlformats.org/officeDocument/2006/relationships/image"/><Relationship Id="rId12" Target="../media/image192.png" Type="http://schemas.openxmlformats.org/officeDocument/2006/relationships/image"/><Relationship Id="rId13" Target="../media/image193.png" Type="http://schemas.openxmlformats.org/officeDocument/2006/relationships/image"/><Relationship Id="rId14" Target="../media/image194.png" Type="http://schemas.openxmlformats.org/officeDocument/2006/relationships/image"/><Relationship Id="rId15" Target="../media/image195.png" Type="http://schemas.openxmlformats.org/officeDocument/2006/relationships/image"/><Relationship Id="rId16" Target="../media/image196.png" Type="http://schemas.openxmlformats.org/officeDocument/2006/relationships/image"/><Relationship Id="rId17" Target="../media/image197.png" Type="http://schemas.openxmlformats.org/officeDocument/2006/relationships/image"/><Relationship Id="rId18" Target="../media/image198.png" Type="http://schemas.openxmlformats.org/officeDocument/2006/relationships/image"/><Relationship Id="rId19" Target="../media/image199.png" Type="http://schemas.openxmlformats.org/officeDocument/2006/relationships/image"/><Relationship Id="rId20" Target="../media/image200.png" Type="http://schemas.openxmlformats.org/officeDocument/2006/relationships/image"/><Relationship Id="rId21" Target="../media/image201.png" Type="http://schemas.openxmlformats.org/officeDocument/2006/relationships/image"/><Relationship Id="rId22" Target="../media/image202.png" Type="http://schemas.openxmlformats.org/officeDocument/2006/relationships/image"/><Relationship Id="rId23" Target="../media/image203.png" Type="http://schemas.openxmlformats.org/officeDocument/2006/relationships/image"/><Relationship Id="rId24" Target="../media/image204.png" Type="http://schemas.openxmlformats.org/officeDocument/2006/relationships/image"/><Relationship Id="rId25" Target="../media/image205.png" Type="http://schemas.openxmlformats.org/officeDocument/2006/relationships/image"/><Relationship Id="rId26" Target="../media/image206.png" Type="http://schemas.openxmlformats.org/officeDocument/2006/relationships/image"/><Relationship Id="rId27" Target="../media/image207.png" Type="http://schemas.openxmlformats.org/officeDocument/2006/relationships/image"/><Relationship Id="rId28" Target="../media/image208.png" Type="http://schemas.openxmlformats.org/officeDocument/2006/relationships/image"/><Relationship Id="rId29" Target="../media/image209.png" Type="http://schemas.openxmlformats.org/officeDocument/2006/relationships/image"/><Relationship Id="rId30" Target="../media/image210.png" Type="http://schemas.openxmlformats.org/officeDocument/2006/relationships/image"/><Relationship Id="rId31" Target="../media/image211.png" Type="http://schemas.openxmlformats.org/officeDocument/2006/relationships/image"/><Relationship Id="rId32" Target="../media/image212.png" Type="http://schemas.openxmlformats.org/officeDocument/2006/relationships/image"/><Relationship Id="rId33" Target="../media/image213.png" Type="http://schemas.openxmlformats.org/officeDocument/2006/relationships/image"/><Relationship Id="rId34" Target="../media/image214.png" Type="http://schemas.openxmlformats.org/officeDocument/2006/relationships/image"/><Relationship Id="rId35" Target="../media/image215.png" Type="http://schemas.openxmlformats.org/officeDocument/2006/relationships/image"/><Relationship Id="rId36" Target="../media/image21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media/image217.png" Type="http://schemas.openxmlformats.org/officeDocument/2006/relationships/image"/><Relationship Id="rId2" Target="../media/image218.png" Type="http://schemas.openxmlformats.org/officeDocument/2006/relationships/image"/><Relationship Id="rId3" Target="../media/image219.png" Type="http://schemas.openxmlformats.org/officeDocument/2006/relationships/image"/><Relationship Id="rId4" Target="../media/image220.png" Type="http://schemas.openxmlformats.org/officeDocument/2006/relationships/image"/><Relationship Id="rId5" Target="../media/image221.png" Type="http://schemas.openxmlformats.org/officeDocument/2006/relationships/image"/><Relationship Id="rId6" Target="../media/image222.png" Type="http://schemas.openxmlformats.org/officeDocument/2006/relationships/image"/><Relationship Id="rId7" Target="../media/image223.png" Type="http://schemas.openxmlformats.org/officeDocument/2006/relationships/image"/><Relationship Id="rId8" Target="../media/image224.png" Type="http://schemas.openxmlformats.org/officeDocument/2006/relationships/image"/><Relationship Id="rId9" Target="../media/image225.png" Type="http://schemas.openxmlformats.org/officeDocument/2006/relationships/image"/><Relationship Id="rId10" Target="../media/image226.png" Type="http://schemas.openxmlformats.org/officeDocument/2006/relationships/image"/><Relationship Id="rId11" Target="../media/image227.png" Type="http://schemas.openxmlformats.org/officeDocument/2006/relationships/image"/><Relationship Id="rId12" Target="../media/image228.png" Type="http://schemas.openxmlformats.org/officeDocument/2006/relationships/image"/><Relationship Id="rId13" Target="../media/image229.png" Type="http://schemas.openxmlformats.org/officeDocument/2006/relationships/image"/><Relationship Id="rId14" Target="../slideLayouts/slideLayout1.xml" Type="http://schemas.openxmlformats.org/officeDocument/2006/relationships/slideLayout"/><Relationship Id="rId15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media/image230.png" Type="http://schemas.openxmlformats.org/officeDocument/2006/relationships/image"/><Relationship Id="rId2" Target="../media/image231.png" Type="http://schemas.openxmlformats.org/officeDocument/2006/relationships/image"/><Relationship Id="rId3" Target="../media/image232.png" Type="http://schemas.openxmlformats.org/officeDocument/2006/relationships/image"/><Relationship Id="rId4" Target="../media/image233.png" Type="http://schemas.openxmlformats.org/officeDocument/2006/relationships/image"/><Relationship Id="rId5" Target="../media/image234.png" Type="http://schemas.openxmlformats.org/officeDocument/2006/relationships/image"/><Relationship Id="rId6" Target="../media/image235.png" Type="http://schemas.openxmlformats.org/officeDocument/2006/relationships/image"/><Relationship Id="rId7" Target="../media/image236.png" Type="http://schemas.openxmlformats.org/officeDocument/2006/relationships/image"/><Relationship Id="rId8" Target="../media/image237.png" Type="http://schemas.openxmlformats.org/officeDocument/2006/relationships/image"/><Relationship Id="rId9" Target="../media/image238.png" Type="http://schemas.openxmlformats.org/officeDocument/2006/relationships/image"/><Relationship Id="rId10" Target="../media/image239.png" Type="http://schemas.openxmlformats.org/officeDocument/2006/relationships/image"/><Relationship Id="rId11" Target="../media/image240.png" Type="http://schemas.openxmlformats.org/officeDocument/2006/relationships/image"/><Relationship Id="rId12" Target="../media/image241.png" Type="http://schemas.openxmlformats.org/officeDocument/2006/relationships/image"/><Relationship Id="rId13" Target="../media/image242.png" Type="http://schemas.openxmlformats.org/officeDocument/2006/relationships/image"/><Relationship Id="rId14" Target="../media/image243.png" Type="http://schemas.openxmlformats.org/officeDocument/2006/relationships/image"/><Relationship Id="rId15" Target="../media/image244.png" Type="http://schemas.openxmlformats.org/officeDocument/2006/relationships/image"/><Relationship Id="rId16" Target="../media/image245.png" Type="http://schemas.openxmlformats.org/officeDocument/2006/relationships/image"/><Relationship Id="rId17" Target="../media/image246.png" Type="http://schemas.openxmlformats.org/officeDocument/2006/relationships/image"/><Relationship Id="rId18" Target="../media/image247.png" Type="http://schemas.openxmlformats.org/officeDocument/2006/relationships/image"/><Relationship Id="rId19" Target="../media/image248.png" Type="http://schemas.openxmlformats.org/officeDocument/2006/relationships/image"/><Relationship Id="rId20" Target="../media/image249.png" Type="http://schemas.openxmlformats.org/officeDocument/2006/relationships/image"/><Relationship Id="rId21" Target="../media/image250.png" Type="http://schemas.openxmlformats.org/officeDocument/2006/relationships/image"/><Relationship Id="rId22" Target="../media/image251.png" Type="http://schemas.openxmlformats.org/officeDocument/2006/relationships/image"/><Relationship Id="rId23" Target="../media/image252.png" Type="http://schemas.openxmlformats.org/officeDocument/2006/relationships/image"/><Relationship Id="rId24" Target="../media/image253.png" Type="http://schemas.openxmlformats.org/officeDocument/2006/relationships/image"/><Relationship Id="rId25" Target="../media/image254.png" Type="http://schemas.openxmlformats.org/officeDocument/2006/relationships/image"/><Relationship Id="rId26" Target="../media/image255.png" Type="http://schemas.openxmlformats.org/officeDocument/2006/relationships/image"/><Relationship Id="rId27" Target="../media/image256.png" Type="http://schemas.openxmlformats.org/officeDocument/2006/relationships/image"/><Relationship Id="rId28" Target="../media/image257.png" Type="http://schemas.openxmlformats.org/officeDocument/2006/relationships/image"/><Relationship Id="rId29" Target="../media/image258.png" Type="http://schemas.openxmlformats.org/officeDocument/2006/relationships/image"/><Relationship Id="rId30" Target="../media/image259.png" Type="http://schemas.openxmlformats.org/officeDocument/2006/relationships/image"/><Relationship Id="rId31" Target="../media/image260.png" Type="http://schemas.openxmlformats.org/officeDocument/2006/relationships/image"/><Relationship Id="rId32" Target="../media/image261.png" Type="http://schemas.openxmlformats.org/officeDocument/2006/relationships/image"/><Relationship Id="rId33" Target="../media/image262.png" Type="http://schemas.openxmlformats.org/officeDocument/2006/relationships/image"/><Relationship Id="rId34" Target="../media/image263.png" Type="http://schemas.openxmlformats.org/officeDocument/2006/relationships/image"/><Relationship Id="rId35" Target="../media/image264.png" Type="http://schemas.openxmlformats.org/officeDocument/2006/relationships/image"/><Relationship Id="rId36" Target="../media/image265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media/image266.png" Type="http://schemas.openxmlformats.org/officeDocument/2006/relationships/image"/><Relationship Id="rId2" Target="../media/image267.png" Type="http://schemas.openxmlformats.org/officeDocument/2006/relationships/image"/><Relationship Id="rId3" Target="../media/image268.png" Type="http://schemas.openxmlformats.org/officeDocument/2006/relationships/image"/><Relationship Id="rId4" Target="../media/image269.png" Type="http://schemas.openxmlformats.org/officeDocument/2006/relationships/image"/><Relationship Id="rId5" Target="../media/image270.png" Type="http://schemas.openxmlformats.org/officeDocument/2006/relationships/image"/><Relationship Id="rId6" Target="../media/image271.png" Type="http://schemas.openxmlformats.org/officeDocument/2006/relationships/image"/><Relationship Id="rId7" Target="../media/image272.png" Type="http://schemas.openxmlformats.org/officeDocument/2006/relationships/image"/><Relationship Id="rId8" Target="../media/image273.png" Type="http://schemas.openxmlformats.org/officeDocument/2006/relationships/image"/><Relationship Id="rId9" Target="../media/image274.png" Type="http://schemas.openxmlformats.org/officeDocument/2006/relationships/image"/><Relationship Id="rId10" Target="../media/image275.png" Type="http://schemas.openxmlformats.org/officeDocument/2006/relationships/image"/><Relationship Id="rId11" Target="../media/image276.png" Type="http://schemas.openxmlformats.org/officeDocument/2006/relationships/image"/><Relationship Id="rId12" Target="../media/image277.png" Type="http://schemas.openxmlformats.org/officeDocument/2006/relationships/image"/><Relationship Id="rId13" Target="../media/image278.png" Type="http://schemas.openxmlformats.org/officeDocument/2006/relationships/image"/><Relationship Id="rId14" Target="../media/image279.png" Type="http://schemas.openxmlformats.org/officeDocument/2006/relationships/image"/><Relationship Id="rId15" Target="../media/image280.png" Type="http://schemas.openxmlformats.org/officeDocument/2006/relationships/image"/><Relationship Id="rId16" Target="../media/image281.png" Type="http://schemas.openxmlformats.org/officeDocument/2006/relationships/image"/><Relationship Id="rId17" Target="../media/image282.png" Type="http://schemas.openxmlformats.org/officeDocument/2006/relationships/image"/><Relationship Id="rId18" Target="../media/image283.png" Type="http://schemas.openxmlformats.org/officeDocument/2006/relationships/image"/><Relationship Id="rId19" Target="../media/image284.png" Type="http://schemas.openxmlformats.org/officeDocument/2006/relationships/image"/><Relationship Id="rId20" Target="../media/image285.png" Type="http://schemas.openxmlformats.org/officeDocument/2006/relationships/image"/><Relationship Id="rId21" Target="../media/image286.png" Type="http://schemas.openxmlformats.org/officeDocument/2006/relationships/image"/><Relationship Id="rId22" Target="../media/image287.png" Type="http://schemas.openxmlformats.org/officeDocument/2006/relationships/image"/><Relationship Id="rId23" Target="../media/image288.png" Type="http://schemas.openxmlformats.org/officeDocument/2006/relationships/image"/><Relationship Id="rId24" Target="../media/image289.png" Type="http://schemas.openxmlformats.org/officeDocument/2006/relationships/image"/><Relationship Id="rId25" Target="../media/image290.png" Type="http://schemas.openxmlformats.org/officeDocument/2006/relationships/image"/><Relationship Id="rId26" Target="../media/image291.png" Type="http://schemas.openxmlformats.org/officeDocument/2006/relationships/image"/><Relationship Id="rId27" Target="../media/image292.png" Type="http://schemas.openxmlformats.org/officeDocument/2006/relationships/image"/><Relationship Id="rId28" Target="../slideLayouts/slideLayout1.xml" Type="http://schemas.openxmlformats.org/officeDocument/2006/relationships/slideLayout"/><Relationship Id="rId29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media/image293.png" Type="http://schemas.openxmlformats.org/officeDocument/2006/relationships/image"/><Relationship Id="rId2" Target="../media/image294.png" Type="http://schemas.openxmlformats.org/officeDocument/2006/relationships/image"/><Relationship Id="rId3" Target="../media/image295.png" Type="http://schemas.openxmlformats.org/officeDocument/2006/relationships/image"/><Relationship Id="rId4" Target="../media/image296.png" Type="http://schemas.openxmlformats.org/officeDocument/2006/relationships/image"/><Relationship Id="rId5" Target="../media/image297.png" Type="http://schemas.openxmlformats.org/officeDocument/2006/relationships/image"/><Relationship Id="rId6" Target="../media/image298.png" Type="http://schemas.openxmlformats.org/officeDocument/2006/relationships/image"/><Relationship Id="rId7" Target="../media/image299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media/image300.png" Type="http://schemas.openxmlformats.org/officeDocument/2006/relationships/image"/><Relationship Id="rId2" Target="../media/image301.png" Type="http://schemas.openxmlformats.org/officeDocument/2006/relationships/image"/><Relationship Id="rId3" Target="../media/image302.png" Type="http://schemas.openxmlformats.org/officeDocument/2006/relationships/image"/><Relationship Id="rId4" Target="../media/image303.png" Type="http://schemas.openxmlformats.org/officeDocument/2006/relationships/image"/><Relationship Id="rId5" Target="../media/image304.png" Type="http://schemas.openxmlformats.org/officeDocument/2006/relationships/image"/><Relationship Id="rId6" Target="../media/image305.png" Type="http://schemas.openxmlformats.org/officeDocument/2006/relationships/image"/><Relationship Id="rId7" Target="../media/image306.png" Type="http://schemas.openxmlformats.org/officeDocument/2006/relationships/image"/><Relationship Id="rId8" Target="../media/image307.png" Type="http://schemas.openxmlformats.org/officeDocument/2006/relationships/image"/><Relationship Id="rId9" Target="../media/image308.png" Type="http://schemas.openxmlformats.org/officeDocument/2006/relationships/image"/><Relationship Id="rId10" Target="../media/image309.png" Type="http://schemas.openxmlformats.org/officeDocument/2006/relationships/image"/><Relationship Id="rId11" Target="../media/image310.png" Type="http://schemas.openxmlformats.org/officeDocument/2006/relationships/image"/><Relationship Id="rId12" Target="../media/image311.png" Type="http://schemas.openxmlformats.org/officeDocument/2006/relationships/image"/><Relationship Id="rId13" Target="../media/image312.png" Type="http://schemas.openxmlformats.org/officeDocument/2006/relationships/image"/><Relationship Id="rId14" Target="../media/image313.png" Type="http://schemas.openxmlformats.org/officeDocument/2006/relationships/image"/><Relationship Id="rId15" Target="../media/image314.png" Type="http://schemas.openxmlformats.org/officeDocument/2006/relationships/image"/><Relationship Id="rId16" Target="../media/image315.png" Type="http://schemas.openxmlformats.org/officeDocument/2006/relationships/image"/><Relationship Id="rId17" Target="../media/image316.png" Type="http://schemas.openxmlformats.org/officeDocument/2006/relationships/image"/><Relationship Id="rId18" Target="../media/image317.png" Type="http://schemas.openxmlformats.org/officeDocument/2006/relationships/image"/><Relationship Id="rId19" Target="../media/image318.png" Type="http://schemas.openxmlformats.org/officeDocument/2006/relationships/image"/><Relationship Id="rId20" Target="../media/image319.png" Type="http://schemas.openxmlformats.org/officeDocument/2006/relationships/image"/><Relationship Id="rId21" Target="../slideLayouts/slideLayout1.xml" Type="http://schemas.openxmlformats.org/officeDocument/2006/relationships/slideLayout"/><Relationship Id="rId2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media/image320.png" Type="http://schemas.openxmlformats.org/officeDocument/2006/relationships/image"/><Relationship Id="rId2" Target="../media/image321.png" Type="http://schemas.openxmlformats.org/officeDocument/2006/relationships/image"/><Relationship Id="rId3" Target="../media/image322.png" Type="http://schemas.openxmlformats.org/officeDocument/2006/relationships/image"/><Relationship Id="rId4" Target="../media/image323.png" Type="http://schemas.openxmlformats.org/officeDocument/2006/relationships/image"/><Relationship Id="rId5" Target="../media/image324.png" Type="http://schemas.openxmlformats.org/officeDocument/2006/relationships/image"/><Relationship Id="rId6" Target="../media/image325.png" Type="http://schemas.openxmlformats.org/officeDocument/2006/relationships/image"/><Relationship Id="rId7" Target="../media/image326.png" Type="http://schemas.openxmlformats.org/officeDocument/2006/relationships/image"/><Relationship Id="rId8" Target="../media/image327.png" Type="http://schemas.openxmlformats.org/officeDocument/2006/relationships/image"/><Relationship Id="rId9" Target="../media/image328.png" Type="http://schemas.openxmlformats.org/officeDocument/2006/relationships/image"/><Relationship Id="rId10" Target="../media/image329.png" Type="http://schemas.openxmlformats.org/officeDocument/2006/relationships/image"/><Relationship Id="rId11" Target="../media/image330.png" Type="http://schemas.openxmlformats.org/officeDocument/2006/relationships/image"/><Relationship Id="rId12" Target="../media/image331.png" Type="http://schemas.openxmlformats.org/officeDocument/2006/relationships/image"/><Relationship Id="rId13" Target="../media/image332.png" Type="http://schemas.openxmlformats.org/officeDocument/2006/relationships/image"/><Relationship Id="rId14" Target="../media/image333.png" Type="http://schemas.openxmlformats.org/officeDocument/2006/relationships/image"/><Relationship Id="rId15" Target="../media/image334.png" Type="http://schemas.openxmlformats.org/officeDocument/2006/relationships/image"/><Relationship Id="rId16" Target="../media/image335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media/image336.png" Type="http://schemas.openxmlformats.org/officeDocument/2006/relationships/image"/><Relationship Id="rId2" Target="../media/image337.png" Type="http://schemas.openxmlformats.org/officeDocument/2006/relationships/image"/><Relationship Id="rId3" Target="../media/image338.png" Type="http://schemas.openxmlformats.org/officeDocument/2006/relationships/image"/><Relationship Id="rId4" Target="../media/image339.png" Type="http://schemas.openxmlformats.org/officeDocument/2006/relationships/image"/><Relationship Id="rId5" Target="../media/image340.png" Type="http://schemas.openxmlformats.org/officeDocument/2006/relationships/image"/><Relationship Id="rId6" Target="../media/image341.png" Type="http://schemas.openxmlformats.org/officeDocument/2006/relationships/image"/><Relationship Id="rId7" Target="../media/image342.png" Type="http://schemas.openxmlformats.org/officeDocument/2006/relationships/image"/><Relationship Id="rId8" Target="../media/image343.png" Type="http://schemas.openxmlformats.org/officeDocument/2006/relationships/image"/><Relationship Id="rId9" Target="../media/image344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media/image345.png" Type="http://schemas.openxmlformats.org/officeDocument/2006/relationships/image"/><Relationship Id="rId2" Target="../media/image346.png" Type="http://schemas.openxmlformats.org/officeDocument/2006/relationships/image"/><Relationship Id="rId3" Target="../media/image347.png" Type="http://schemas.openxmlformats.org/officeDocument/2006/relationships/image"/><Relationship Id="rId4" Target="../media/image348.png" Type="http://schemas.openxmlformats.org/officeDocument/2006/relationships/image"/><Relationship Id="rId5" Target="../media/image349.png" Type="http://schemas.openxmlformats.org/officeDocument/2006/relationships/image"/><Relationship Id="rId6" Target="../media/image350.png" Type="http://schemas.openxmlformats.org/officeDocument/2006/relationships/image"/><Relationship Id="rId7" Target="../media/image351.png" Type="http://schemas.openxmlformats.org/officeDocument/2006/relationships/image"/><Relationship Id="rId8" Target="../media/image352.png" Type="http://schemas.openxmlformats.org/officeDocument/2006/relationships/image"/><Relationship Id="rId9" Target="../media/image353.png" Type="http://schemas.openxmlformats.org/officeDocument/2006/relationships/image"/><Relationship Id="rId10" Target="../media/image354.png" Type="http://schemas.openxmlformats.org/officeDocument/2006/relationships/image"/><Relationship Id="rId11" Target="../slideLayouts/slideLayout1.xml" Type="http://schemas.openxmlformats.org/officeDocument/2006/relationships/slideLayout"/><Relationship Id="rId12" Target="../notesSlides/notesSlide16.xml" Type="http://schemas.openxmlformats.org/officeDocument/2006/relationships/notesSlide"/></Relationships>
</file>

<file path=ppt/slides/_rels/slide17.xml.rels><?xml version="1.0" encoding="UTF-8" standalone="yes"?>
<Relationships xmlns="http://schemas.openxmlformats.org/package/2006/relationships"><Relationship Id="rId1" Target="../media/image355.png" Type="http://schemas.openxmlformats.org/officeDocument/2006/relationships/image"/><Relationship Id="rId2" Target="../media/image356.png" Type="http://schemas.openxmlformats.org/officeDocument/2006/relationships/image"/><Relationship Id="rId3" Target="../media/image357.png" Type="http://schemas.openxmlformats.org/officeDocument/2006/relationships/image"/><Relationship Id="rId4" Target="../media/image358.png" Type="http://schemas.openxmlformats.org/officeDocument/2006/relationships/image"/><Relationship Id="rId5" Target="../media/image359.png" Type="http://schemas.openxmlformats.org/officeDocument/2006/relationships/image"/><Relationship Id="rId6" Target="../media/image360.png" Type="http://schemas.openxmlformats.org/officeDocument/2006/relationships/image"/><Relationship Id="rId7" Target="../media/image361.png" Type="http://schemas.openxmlformats.org/officeDocument/2006/relationships/image"/><Relationship Id="rId8" Target="../media/image362.png" Type="http://schemas.openxmlformats.org/officeDocument/2006/relationships/image"/><Relationship Id="rId9" Target="../media/image363.png" Type="http://schemas.openxmlformats.org/officeDocument/2006/relationships/image"/><Relationship Id="rId10" Target="../media/image364.png" Type="http://schemas.openxmlformats.org/officeDocument/2006/relationships/image"/><Relationship Id="rId11" Target="../media/image365.png" Type="http://schemas.openxmlformats.org/officeDocument/2006/relationships/image"/><Relationship Id="rId12" Target="../media/image366.png" Type="http://schemas.openxmlformats.org/officeDocument/2006/relationships/image"/><Relationship Id="rId13" Target="../media/image367.png" Type="http://schemas.openxmlformats.org/officeDocument/2006/relationships/image"/><Relationship Id="rId14" Target="../media/image368.png" Type="http://schemas.openxmlformats.org/officeDocument/2006/relationships/image"/><Relationship Id="rId15" Target="../media/image369.png" Type="http://schemas.openxmlformats.org/officeDocument/2006/relationships/image"/><Relationship Id="rId16" Target="../media/image370.png" Type="http://schemas.openxmlformats.org/officeDocument/2006/relationships/image"/><Relationship Id="rId17" Target="../media/image371.png" Type="http://schemas.openxmlformats.org/officeDocument/2006/relationships/image"/><Relationship Id="rId18" Target="../media/image372.png" Type="http://schemas.openxmlformats.org/officeDocument/2006/relationships/image"/><Relationship Id="rId19" Target="../media/image373.png" Type="http://schemas.openxmlformats.org/officeDocument/2006/relationships/image"/><Relationship Id="rId20" Target="../media/image374.png" Type="http://schemas.openxmlformats.org/officeDocument/2006/relationships/image"/><Relationship Id="rId21" Target="../media/image375.png" Type="http://schemas.openxmlformats.org/officeDocument/2006/relationships/image"/><Relationship Id="rId22" Target="../slideLayouts/slideLayout1.xml" Type="http://schemas.openxmlformats.org/officeDocument/2006/relationships/slideLayout"/><Relationship Id="rId23" Target="../notesSlides/notesSlide17.xml" Type="http://schemas.openxmlformats.org/officeDocument/2006/relationships/notesSlide"/></Relationships>
</file>

<file path=ppt/slides/_rels/slide18.xml.rels><?xml version="1.0" encoding="UTF-8" standalone="yes"?>
<Relationships xmlns="http://schemas.openxmlformats.org/package/2006/relationships"><Relationship Id="rId1" Target="../media/image376.png" Type="http://schemas.openxmlformats.org/officeDocument/2006/relationships/image"/><Relationship Id="rId2" Target="../media/image377.png" Type="http://schemas.openxmlformats.org/officeDocument/2006/relationships/image"/><Relationship Id="rId3" Target="../media/image378.png" Type="http://schemas.openxmlformats.org/officeDocument/2006/relationships/image"/><Relationship Id="rId4" Target="../media/image379.png" Type="http://schemas.openxmlformats.org/officeDocument/2006/relationships/image"/><Relationship Id="rId5" Target="../media/image380.png" Type="http://schemas.openxmlformats.org/officeDocument/2006/relationships/image"/><Relationship Id="rId6" Target="../media/image381.png" Type="http://schemas.openxmlformats.org/officeDocument/2006/relationships/image"/><Relationship Id="rId7" Target="../media/image382.png" Type="http://schemas.openxmlformats.org/officeDocument/2006/relationships/image"/><Relationship Id="rId8" Target="../media/image383.png" Type="http://schemas.openxmlformats.org/officeDocument/2006/relationships/image"/><Relationship Id="rId9" Target="../media/image384.png" Type="http://schemas.openxmlformats.org/officeDocument/2006/relationships/image"/><Relationship Id="rId10" Target="../media/image385.png" Type="http://schemas.openxmlformats.org/officeDocument/2006/relationships/image"/><Relationship Id="rId11" Target="../media/image386.png" Type="http://schemas.openxmlformats.org/officeDocument/2006/relationships/image"/><Relationship Id="rId12" Target="../media/image387.png" Type="http://schemas.openxmlformats.org/officeDocument/2006/relationships/image"/><Relationship Id="rId13" Target="../media/image388.png" Type="http://schemas.openxmlformats.org/officeDocument/2006/relationships/image"/><Relationship Id="rId14" Target="../media/image389.png" Type="http://schemas.openxmlformats.org/officeDocument/2006/relationships/image"/><Relationship Id="rId15" Target="../slideLayouts/slideLayout1.xml" Type="http://schemas.openxmlformats.org/officeDocument/2006/relationships/slideLayout"/><Relationship Id="rId16" Target="../notesSlides/notesSlide18.xml" Type="http://schemas.openxmlformats.org/officeDocument/2006/relationships/notesSlide"/></Relationships>
</file>

<file path=ppt/slides/_rels/slide19.xml.rels><?xml version="1.0" encoding="UTF-8" standalone="yes"?>
<Relationships xmlns="http://schemas.openxmlformats.org/package/2006/relationships"><Relationship Id="rId1" Target="../media/image390.png" Type="http://schemas.openxmlformats.org/officeDocument/2006/relationships/image"/><Relationship Id="rId2" Target="../media/image391.png" Type="http://schemas.openxmlformats.org/officeDocument/2006/relationships/image"/><Relationship Id="rId3" Target="../media/image392.png" Type="http://schemas.openxmlformats.org/officeDocument/2006/relationships/image"/><Relationship Id="rId4" Target="../media/image393.png" Type="http://schemas.openxmlformats.org/officeDocument/2006/relationships/image"/><Relationship Id="rId5" Target="../media/image394.png" Type="http://schemas.openxmlformats.org/officeDocument/2006/relationships/image"/><Relationship Id="rId6" Target="../media/image395.png" Type="http://schemas.openxmlformats.org/officeDocument/2006/relationships/image"/><Relationship Id="rId7" Target="../media/image396.png" Type="http://schemas.openxmlformats.org/officeDocument/2006/relationships/image"/><Relationship Id="rId8" Target="../media/image397.png" Type="http://schemas.openxmlformats.org/officeDocument/2006/relationships/image"/><Relationship Id="rId9" Target="../media/image398.png" Type="http://schemas.openxmlformats.org/officeDocument/2006/relationships/image"/><Relationship Id="rId10" Target="../media/image399.png" Type="http://schemas.openxmlformats.org/officeDocument/2006/relationships/image"/><Relationship Id="rId11" Target="../media/image400.png" Type="http://schemas.openxmlformats.org/officeDocument/2006/relationships/image"/><Relationship Id="rId12" Target="../media/image401.png" Type="http://schemas.openxmlformats.org/officeDocument/2006/relationships/image"/><Relationship Id="rId13" Target="../media/image402.png" Type="http://schemas.openxmlformats.org/officeDocument/2006/relationships/image"/><Relationship Id="rId14" Target="../media/image403.png" Type="http://schemas.openxmlformats.org/officeDocument/2006/relationships/image"/><Relationship Id="rId15" Target="../media/image404.png" Type="http://schemas.openxmlformats.org/officeDocument/2006/relationships/image"/><Relationship Id="rId16" Target="../media/image405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9.xml" Type="http://schemas.openxmlformats.org/officeDocument/2006/relationships/notesSlide"/></Relationships>
</file>

<file path=ppt/slides/_rels/slide20.xml.rels><?xml version="1.0" encoding="UTF-8" standalone="yes"?>
<Relationships xmlns="http://schemas.openxmlformats.org/package/2006/relationships"><Relationship Id="rId1" Target="../media/image406.png" Type="http://schemas.openxmlformats.org/officeDocument/2006/relationships/image"/><Relationship Id="rId2" Target="../media/image407.png" Type="http://schemas.openxmlformats.org/officeDocument/2006/relationships/image"/><Relationship Id="rId3" Target="../media/image408.png" Type="http://schemas.openxmlformats.org/officeDocument/2006/relationships/image"/><Relationship Id="rId4" Target="../media/image409.png" Type="http://schemas.openxmlformats.org/officeDocument/2006/relationships/image"/><Relationship Id="rId5" Target="../media/image410.png" Type="http://schemas.openxmlformats.org/officeDocument/2006/relationships/image"/><Relationship Id="rId6" Target="../slideLayouts/slideLayout1.xml" Type="http://schemas.openxmlformats.org/officeDocument/2006/relationships/slideLayout"/><Relationship Id="rId7" Target="../notesSlides/notesSlide20.xml" Type="http://schemas.openxmlformats.org/officeDocument/2006/relationships/notesSlide"/></Relationships>
</file>

<file path=ppt/slides/_rels/slide21.xml.rels><?xml version="1.0" encoding="UTF-8" standalone="yes"?>
<Relationships xmlns="http://schemas.openxmlformats.org/package/2006/relationships"><Relationship Id="rId1" Target="../media/image411.png" Type="http://schemas.openxmlformats.org/officeDocument/2006/relationships/image"/><Relationship Id="rId2" Target="../media/image412.png" Type="http://schemas.openxmlformats.org/officeDocument/2006/relationships/image"/><Relationship Id="rId3" Target="../media/image413.png" Type="http://schemas.openxmlformats.org/officeDocument/2006/relationships/image"/><Relationship Id="rId4" Target="../media/image414.png" Type="http://schemas.openxmlformats.org/officeDocument/2006/relationships/image"/><Relationship Id="rId5" Target="../media/image415.png" Type="http://schemas.openxmlformats.org/officeDocument/2006/relationships/image"/><Relationship Id="rId6" Target="../media/image416.png" Type="http://schemas.openxmlformats.org/officeDocument/2006/relationships/image"/><Relationship Id="rId7" Target="../media/image417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21.xml" Type="http://schemas.openxmlformats.org/officeDocument/2006/relationships/notesSlide"/></Relationships>
</file>

<file path=ppt/slides/_rels/slide22.xml.rels><?xml version="1.0" encoding="UTF-8" standalone="yes"?>
<Relationships xmlns="http://schemas.openxmlformats.org/package/2006/relationships"><Relationship Id="rId1" Target="../media/image418.png" Type="http://schemas.openxmlformats.org/officeDocument/2006/relationships/image"/><Relationship Id="rId2" Target="../media/image419.png" Type="http://schemas.openxmlformats.org/officeDocument/2006/relationships/image"/><Relationship Id="rId3" Target="../media/image420.png" Type="http://schemas.openxmlformats.org/officeDocument/2006/relationships/image"/><Relationship Id="rId4" Target="../media/image421.png" Type="http://schemas.openxmlformats.org/officeDocument/2006/relationships/image"/><Relationship Id="rId5" Target="../media/image422.png" Type="http://schemas.openxmlformats.org/officeDocument/2006/relationships/image"/><Relationship Id="rId6" Target="../media/image423.png" Type="http://schemas.openxmlformats.org/officeDocument/2006/relationships/image"/><Relationship Id="rId7" Target="../media/image424.png" Type="http://schemas.openxmlformats.org/officeDocument/2006/relationships/image"/><Relationship Id="rId8" Target="../media/image425.png" Type="http://schemas.openxmlformats.org/officeDocument/2006/relationships/image"/><Relationship Id="rId9" Target="../media/image426.png" Type="http://schemas.openxmlformats.org/officeDocument/2006/relationships/image"/><Relationship Id="rId10" Target="../media/image427.png" Type="http://schemas.openxmlformats.org/officeDocument/2006/relationships/image"/><Relationship Id="rId11" Target="../media/image428.png" Type="http://schemas.openxmlformats.org/officeDocument/2006/relationships/image"/><Relationship Id="rId12" Target="../media/image429.png" Type="http://schemas.openxmlformats.org/officeDocument/2006/relationships/image"/><Relationship Id="rId13" Target="../media/image430.png" Type="http://schemas.openxmlformats.org/officeDocument/2006/relationships/image"/><Relationship Id="rId14" Target="../media/image431.png" Type="http://schemas.openxmlformats.org/officeDocument/2006/relationships/image"/><Relationship Id="rId15" Target="../media/image432.png" Type="http://schemas.openxmlformats.org/officeDocument/2006/relationships/image"/><Relationship Id="rId16" Target="../media/image433.png" Type="http://schemas.openxmlformats.org/officeDocument/2006/relationships/image"/><Relationship Id="rId17" Target="../media/image434.png" Type="http://schemas.openxmlformats.org/officeDocument/2006/relationships/image"/><Relationship Id="rId18" Target="../media/image435.png" Type="http://schemas.openxmlformats.org/officeDocument/2006/relationships/image"/><Relationship Id="rId19" Target="../media/image436.png" Type="http://schemas.openxmlformats.org/officeDocument/2006/relationships/image"/><Relationship Id="rId20" Target="../media/image437.png" Type="http://schemas.openxmlformats.org/officeDocument/2006/relationships/image"/><Relationship Id="rId21" Target="../media/image438.png" Type="http://schemas.openxmlformats.org/officeDocument/2006/relationships/image"/><Relationship Id="rId22" Target="../media/image439.png" Type="http://schemas.openxmlformats.org/officeDocument/2006/relationships/image"/><Relationship Id="rId23" Target="../media/image440.png" Type="http://schemas.openxmlformats.org/officeDocument/2006/relationships/image"/><Relationship Id="rId24" Target="../media/image441.png" Type="http://schemas.openxmlformats.org/officeDocument/2006/relationships/image"/><Relationship Id="rId25" Target="../media/image442.png" Type="http://schemas.openxmlformats.org/officeDocument/2006/relationships/image"/><Relationship Id="rId26" Target="../media/image443.png" Type="http://schemas.openxmlformats.org/officeDocument/2006/relationships/image"/><Relationship Id="rId27" Target="../media/image444.png" Type="http://schemas.openxmlformats.org/officeDocument/2006/relationships/image"/><Relationship Id="rId28" Target="../media/image445.png" Type="http://schemas.openxmlformats.org/officeDocument/2006/relationships/image"/><Relationship Id="rId29" Target="../media/image446.png" Type="http://schemas.openxmlformats.org/officeDocument/2006/relationships/image"/><Relationship Id="rId30" Target="../slideLayouts/slideLayout1.xml" Type="http://schemas.openxmlformats.org/officeDocument/2006/relationships/slideLayout"/><Relationship Id="rId31" Target="../notesSlides/notesSlide2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/>
          <p:cNvSpPr/>
          <p:nvPr/>
        </p:nvSpPr>
        <p:spPr>
          <a:xfrm>
            <a:off x="548640" y="457200"/>
            <a:ext cx="36576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  <p:sp>
        <p:nvSpPr>
          <p:cNvPr id="4" name="Object 3"/>
          <p:cNvSpPr/>
          <p:nvPr/>
        </p:nvSpPr>
        <p:spPr>
          <a:xfrm>
            <a:off x="21031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5" name="Object 4"/>
          <p:cNvSpPr/>
          <p:nvPr/>
        </p:nvSpPr>
        <p:spPr>
          <a:xfrm>
            <a:off x="24688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48463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7" name="Object 6"/>
          <p:cNvSpPr/>
          <p:nvPr/>
        </p:nvSpPr>
        <p:spPr>
          <a:xfrm>
            <a:off x="52120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5486400" y="2103120"/>
            <a:ext cx="18288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9" name="Object 8"/>
          <p:cNvSpPr/>
          <p:nvPr/>
        </p:nvSpPr>
        <p:spPr>
          <a:xfrm rot="2700000">
            <a:off x="5486400" y="1188720"/>
            <a:ext cx="9144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10" name="Object 9"/>
          <p:cNvSpPr/>
          <p:nvPr/>
        </p:nvSpPr>
        <p:spPr>
          <a:xfrm>
            <a:off x="5486400" y="2743200"/>
            <a:ext cx="9144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 /users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274320" y="9144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2" name="Object 11"/>
          <p:cNvSpPr/>
          <p:nvPr/>
        </p:nvSpPr>
        <p:spPr>
          <a:xfrm>
            <a:off x="274320" y="9144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74320" y="11887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4" name="Object 13"/>
          <p:cNvSpPr/>
          <p:nvPr/>
        </p:nvSpPr>
        <p:spPr>
          <a:xfrm>
            <a:off x="274320" y="11887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274320" y="14630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6" name="Object 15"/>
          <p:cNvSpPr/>
          <p:nvPr/>
        </p:nvSpPr>
        <p:spPr>
          <a:xfrm>
            <a:off x="274320" y="14630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274320" y="17373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8" name="Object 17"/>
          <p:cNvSpPr/>
          <p:nvPr/>
        </p:nvSpPr>
        <p:spPr>
          <a:xfrm>
            <a:off x="274320" y="17373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dirty="0"/>
          </a:p>
        </p:txBody>
      </p:sp>
      <p:sp>
        <p:nvSpPr>
          <p:cNvPr id="19" name="Object 18"/>
          <p:cNvSpPr/>
          <p:nvPr/>
        </p:nvSpPr>
        <p:spPr>
          <a:xfrm>
            <a:off x="274320" y="20116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0" name="Object 19"/>
          <p:cNvSpPr/>
          <p:nvPr/>
        </p:nvSpPr>
        <p:spPr>
          <a:xfrm>
            <a:off x="274320" y="20116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274320" y="22860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2" name="Object 21"/>
          <p:cNvSpPr/>
          <p:nvPr/>
        </p:nvSpPr>
        <p:spPr>
          <a:xfrm>
            <a:off x="274320" y="22860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274320" y="25603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4" name="Object 23"/>
          <p:cNvSpPr/>
          <p:nvPr/>
        </p:nvSpPr>
        <p:spPr>
          <a:xfrm>
            <a:off x="274320" y="25603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dirty="0"/>
          </a:p>
        </p:txBody>
      </p:sp>
      <p:sp>
        <p:nvSpPr>
          <p:cNvPr id="25" name="Object 24"/>
          <p:cNvSpPr/>
          <p:nvPr/>
        </p:nvSpPr>
        <p:spPr>
          <a:xfrm>
            <a:off x="274320" y="28346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6" name="Object 25"/>
          <p:cNvSpPr/>
          <p:nvPr/>
        </p:nvSpPr>
        <p:spPr>
          <a:xfrm>
            <a:off x="274320" y="28346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274320" y="31089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8" name="Object 27"/>
          <p:cNvSpPr/>
          <p:nvPr/>
        </p:nvSpPr>
        <p:spPr>
          <a:xfrm>
            <a:off x="274320" y="31089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33832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0" name="Object 29"/>
          <p:cNvSpPr/>
          <p:nvPr/>
        </p:nvSpPr>
        <p:spPr>
          <a:xfrm>
            <a:off x="274320" y="33832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dirty="0"/>
          </a:p>
        </p:txBody>
      </p:sp>
      <p:sp>
        <p:nvSpPr>
          <p:cNvPr id="31" name="Object 30"/>
          <p:cNvSpPr/>
          <p:nvPr/>
        </p:nvSpPr>
        <p:spPr>
          <a:xfrm>
            <a:off x="274320" y="36576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2" name="Object 31"/>
          <p:cNvSpPr/>
          <p:nvPr/>
        </p:nvSpPr>
        <p:spPr>
          <a:xfrm>
            <a:off x="274320" y="36576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274320" y="39319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4" name="Object 33"/>
          <p:cNvSpPr/>
          <p:nvPr/>
        </p:nvSpPr>
        <p:spPr>
          <a:xfrm>
            <a:off x="274320" y="39319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74320" y="42062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6" name="Object 35"/>
          <p:cNvSpPr/>
          <p:nvPr/>
        </p:nvSpPr>
        <p:spPr>
          <a:xfrm>
            <a:off x="274320" y="42062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</a:t>
            </a:r>
            <a:endParaRPr lang="en-US" dirty="0"/>
          </a:p>
        </p:txBody>
      </p:sp>
      <p:sp>
        <p:nvSpPr>
          <p:cNvPr id="37" name="Object 36"/>
          <p:cNvSpPr/>
          <p:nvPr/>
        </p:nvSpPr>
        <p:spPr>
          <a:xfrm>
            <a:off x="274320" y="44805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8" name="Object 37"/>
          <p:cNvSpPr/>
          <p:nvPr/>
        </p:nvSpPr>
        <p:spPr>
          <a:xfrm>
            <a:off x="274320" y="44805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274320" y="47548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40" name="Object 39"/>
          <p:cNvSpPr/>
          <p:nvPr/>
        </p:nvSpPr>
        <p:spPr>
          <a:xfrm>
            <a:off x="274320" y="47548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1645920"/>
            <a:ext cx="10058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 algn="ctr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Internet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1389888" y="1965960"/>
            <a:ext cx="512064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4" name="Object 3"/>
          <p:cNvSpPr/>
          <p:nvPr/>
        </p:nvSpPr>
        <p:spPr>
          <a:xfrm>
            <a:off x="2011680" y="27432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ot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148840" y="548640"/>
            <a:ext cx="3383280" cy="3246120"/>
          </a:xfrm>
          <a:prstGeom prst="roundRect">
            <a:avLst>
              <a:gd name="adj" fmla="val 2817"/>
            </a:avLst>
          </a:prstGeom>
          <a:solidFill>
            <a:srgbClr val="F2F2F2"/>
          </a:solidFill>
          <a:ln w="190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2286000" y="822960"/>
            <a:ext cx="31089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ash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</a:t>
            </a:r>
            <a:endParaRPr lang="en-US" dirty="0"/>
          </a:p>
        </p:txBody>
      </p:sp>
      <p:sp>
        <p:nvSpPr>
          <p:cNvPr id="7" name="Object 6"/>
          <p:cNvSpPr/>
          <p:nvPr/>
        </p:nvSpPr>
        <p:spPr>
          <a:xfrm>
            <a:off x="2423160" y="10972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CATALOG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" name="Object 3" descr="public/generated/icons/586d04e3-804f-4d0c-b9d3-e0e7279398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5" name="Object 4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AGILECDN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" name="Object 6" descr="public/generated/icons/7586ae5b-6f22-4e98-bd3d-a7b47e6844e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AISOLVED - SEEKERS OF KNOWLEDGE MEET AI SOLUTIONS</a:t>
            </a:r>
            <a:endParaRPr lang="en-US" dirty="0"/>
          </a:p>
        </p:txBody>
      </p:sp>
      <p:sp>
        <p:nvSpPr>
          <p:cNvPr id="9" name="Object 8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" name="Object 9" descr="public/generated/icons/515d67c9-df89-4ef7-84cc-52bb739e15a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1" name="Object 10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AKASIA FINOPS MODELER</a:t>
            </a:r>
            <a:endParaRPr lang="en-US" dirty="0"/>
          </a:p>
        </p:txBody>
      </p:sp>
      <p:sp>
        <p:nvSpPr>
          <p:cNvPr id="12" name="Object 11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3" name="Object 12" descr="public/generated/icons/18de078f-e6b0-4b47-a7c4-0ed2f93f3e1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 ENGINE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6" name="Object 15" descr="public/generated/icons/b77c8f80-f155-11eb-8766-1f68cf60a2c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7" name="Object 16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ANONTECH VIZIVAULT PLATFORM</a:t>
            </a:r>
            <a:endParaRPr lang="en-US" dirty="0"/>
          </a:p>
        </p:txBody>
      </p:sp>
      <p:sp>
        <p:nvSpPr>
          <p:cNvPr id="18" name="Object 17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9" name="Object 18" descr="public/generated/icons/8c437b59-5f6a-460c-b11a-5b7cabf058c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ANYCLOUD BACKUP FOR 365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2" name="Object 21" descr="public/generated/icons/api-connec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3" name="Object 22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CONNECT</a:t>
            </a:r>
            <a:endParaRPr lang="en-US" dirty="0"/>
          </a:p>
        </p:txBody>
      </p:sp>
      <p:sp>
        <p:nvSpPr>
          <p:cNvPr id="24" name="Object 23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5" name="Object 24" descr="public/generated/icons/09edee6c-6ec8-4bc9-823a-3d8d193b7bd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API-BRIDGE FOR POWERVS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8" name="Object 27" descr="public/generated/icons/apprapp-d6aece47-d840-45b0-8ab9-ad15354deee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9" name="Object 28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CONFIGURATION</a:t>
            </a:r>
            <a:endParaRPr lang="en-US" dirty="0"/>
          </a:p>
        </p:txBody>
      </p:sp>
      <p:sp>
        <p:nvSpPr>
          <p:cNvPr id="30" name="Object 29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1" name="Object 30" descr="public/generated/icons/AdvancedMobileAccess-d6aece47-d840-45b0-8ab9-ad15354deee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ID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4" name="Object 33" descr="public/generated/icons/is.instance-grou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5" name="Object 34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SCALE FOR VPC</a:t>
            </a:r>
            <a:endParaRPr lang="en-US" dirty="0"/>
          </a:p>
        </p:txBody>
      </p:sp>
      <p:sp>
        <p:nvSpPr>
          <p:cNvPr id="36" name="Object 35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7" name="Object 36" descr="public/generated/icons/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 FOR CLASSIC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0" name="Object 39" descr="public/generated/icons/is.bare-metal-serv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1" name="Object 40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SERVERS FOR VPC</a:t>
            </a:r>
            <a:endParaRPr lang="en-US" dirty="0"/>
          </a:p>
        </p:txBody>
      </p:sp>
      <p:sp>
        <p:nvSpPr>
          <p:cNvPr id="42" name="Object 41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3" name="Object 42" descr="public/generated/icons/ee700ab3-6951-4c68-b541-a177f78eed5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BESPOKEN AUTOMATED TESTING FOR IVR AND CHAT</a:t>
            </a:r>
            <a:endParaRPr lang="en-US" dirty="0"/>
          </a:p>
        </p:txBody>
      </p:sp>
      <p:sp>
        <p:nvSpPr>
          <p:cNvPr id="45" name="Object 44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6" name="Object 45" descr="public/generated/icons/block-storage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7" name="Object 46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CLASSIC</a:t>
            </a:r>
            <a:endParaRPr lang="en-US" dirty="0"/>
          </a:p>
        </p:txBody>
      </p:sp>
      <p:sp>
        <p:nvSpPr>
          <p:cNvPr id="48" name="Object 47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9" name="Object 48" descr="public/generated/icons/is.volum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VPC</a:t>
            </a:r>
            <a:endParaRPr lang="en-US" dirty="0"/>
          </a:p>
        </p:txBody>
      </p:sp>
      <p:sp>
        <p:nvSpPr>
          <p:cNvPr id="51" name="Object 50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2" name="Object 51" descr="public/generated/icons/is.snaps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3" name="Object 52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SNAPSHOTS FOR VPC</a:t>
            </a:r>
            <a:endParaRPr lang="en-US" dirty="0"/>
          </a:p>
        </p:txBody>
      </p:sp>
      <p:sp>
        <p:nvSpPr>
          <p:cNvPr id="54" name="Object 53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5" name="Object 54" descr="public/generated/icons/e687e558-849d-40cc-8043-cd8071f659e9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BUS4I SYSTEM COPY - MIGRATE 23 FOR POWER I</a:t>
            </a:r>
            <a:endParaRPr lang="en-US" dirty="0"/>
          </a:p>
        </p:txBody>
      </p:sp>
      <p:sp>
        <p:nvSpPr>
          <p:cNvPr id="57" name="Object 56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8" name="Object 57" descr="public/generated/icons/cf329950-0a3e-11e8-922e-f1366c6e1c83-caveonix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9" name="Object 58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CAVEONIX RISKFORESIGHT</a:t>
            </a:r>
            <a:endParaRPr lang="en-US" dirty="0"/>
          </a:p>
        </p:txBody>
      </p:sp>
      <p:sp>
        <p:nvSpPr>
          <p:cNvPr id="60" name="Object 59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1" name="Object 60" descr="public/generated/icons/5b8aa656-9da6-4683-a21b-7d3d45361d94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2" name="Object 6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CHECK-A-ROO</a:t>
            </a:r>
            <a:endParaRPr lang="en-US" dirty="0"/>
          </a:p>
        </p:txBody>
      </p:sp>
      <p:sp>
        <p:nvSpPr>
          <p:cNvPr id="63" name="Object 62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4" name="Object 63" descr="public/generated/icons/0a42129b-9839-42b7-90c7-7f3adb435379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5" name="Object 64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CITRIX NETSCALER VPX</a:t>
            </a:r>
            <a:endParaRPr lang="en-US" dirty="0"/>
          </a:p>
        </p:txBody>
      </p:sp>
      <p:sp>
        <p:nvSpPr>
          <p:cNvPr id="66" name="Object 65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7" name="Object 66" descr="public/generated/icons/is.vpn-serv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8" name="Object 67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CLIENT VPN FOR VPC</a:t>
            </a:r>
            <a:endParaRPr lang="en-US" dirty="0"/>
          </a:p>
        </p:txBody>
      </p:sp>
      <p:sp>
        <p:nvSpPr>
          <p:cNvPr id="69" name="Object 68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0" name="Object 69" descr="public/generated/icons/6cde723c-9e49-74ac-4266-3f7a9bb74216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1" name="Object 70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CLASSIC</a:t>
            </a:r>
            <a:endParaRPr lang="en-US" dirty="0"/>
          </a:p>
        </p:txBody>
      </p:sp>
      <p:sp>
        <p:nvSpPr>
          <p:cNvPr id="72" name="Object 71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3" name="Object 72" descr="public/generated/icons/is.backup-policy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4" name="Object 73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VPC</a:t>
            </a:r>
            <a:endParaRPr lang="en-US" dirty="0"/>
          </a:p>
        </p:txBody>
      </p:sp>
      <p:sp>
        <p:nvSpPr>
          <p:cNvPr id="75" name="Object 74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6" name="Object 75" descr="public/generated/icons/hardware-security-modul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7" name="Object 76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HSM</a:t>
            </a:r>
            <a:endParaRPr lang="en-US" dirty="0"/>
          </a:p>
        </p:txBody>
      </p:sp>
      <p:sp>
        <p:nvSpPr>
          <p:cNvPr id="78" name="Object 77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9" name="Object 78" descr="public/generated/icons/a3b01d2d-5457-4269-8bd5-a7c815bd2f41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80" name="Object 79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LOAD BALANCER</a:t>
            </a:r>
            <a:endParaRPr lang="en-US" dirty="0"/>
          </a:p>
        </p:txBody>
      </p:sp>
      <p:sp>
        <p:nvSpPr>
          <p:cNvPr id="81" name="Object 80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2" name="Object 81" descr="public/generated/icons/cd515180-d78a-11ec-b396-db7d306c4f73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3" name="Object 82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LOGS</a:t>
            </a:r>
            <a:endParaRPr lang="en-US" dirty="0"/>
          </a:p>
        </p:txBody>
      </p:sp>
      <p:sp>
        <p:nvSpPr>
          <p:cNvPr id="84" name="Object 83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5" name="Object 84" descr="public/generated/icons/090c2c10-8c38-11e8-bec2-493df9c49eb8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6" name="Object 85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MONITORING</a:t>
            </a:r>
            <a:endParaRPr lang="en-US" dirty="0"/>
          </a:p>
        </p:txBody>
      </p:sp>
      <p:sp>
        <p:nvSpPr>
          <p:cNvPr id="87" name="Object 86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8" name="Object 87" descr="public/generated/icons/a9617650-09ff-11ec-85f2-d10915d24d79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9" name="Object 88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NATIVE STORAGE AND DATA SERVICE</a:t>
            </a:r>
            <a:endParaRPr lang="en-US" dirty="0"/>
          </a:p>
        </p:txBody>
      </p:sp>
      <p:sp>
        <p:nvSpPr>
          <p:cNvPr id="90" name="Object 89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1" name="Object 90" descr="public/generated/icons/dff97f5c-bc5e-4455-b470-411c3edbe49c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2" name="Object 91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</a:t>
            </a:r>
            <a:endParaRPr lang="en-US" dirty="0"/>
          </a:p>
        </p:txBody>
      </p:sp>
      <p:sp>
        <p:nvSpPr>
          <p:cNvPr id="93" name="Object 92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4" name="Object 93" descr="public/generated/icons/8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5" name="Object 94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 (CLASSIC)</a:t>
            </a:r>
            <a:endParaRPr lang="en-US" dirty="0"/>
          </a:p>
        </p:txBody>
      </p:sp>
      <p:sp>
        <p:nvSpPr>
          <p:cNvPr id="96" name="Object 95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7" name="Object 96" descr="public/generated/icons/35759612-efad-48d5-ad2a-5336349ed9bc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8" name="Object 97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PLATFORM PROFESSIONAL SERVICES</a:t>
            </a:r>
            <a:endParaRPr lang="en-US" dirty="0"/>
          </a:p>
        </p:txBody>
      </p:sp>
      <p:sp>
        <p:nvSpPr>
          <p:cNvPr id="99" name="Object 98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0" name="Object 99" descr="public/generated/icons/is.reservation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1" name="Object 100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RESERVATIONS FOR VPC</a:t>
            </a:r>
            <a:endParaRPr lang="en-US" dirty="0"/>
          </a:p>
        </p:txBody>
      </p:sp>
      <p:sp>
        <p:nvSpPr>
          <p:cNvPr id="102" name="Object 101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3" name="Object 102" descr="public/generated/icons/cf329950-0a3e-11e8-922e-f1366c6e1c83-hytrus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4" name="Object 103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SECURE VIRTUALIZATION</a:t>
            </a:r>
            <a:endParaRPr lang="en-US" dirty="0"/>
          </a:p>
        </p:txBody>
      </p:sp>
      <p:sp>
        <p:nvSpPr>
          <p:cNvPr id="105" name="Object 104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6" name="Object 105" descr="public/generated/icons/cloudan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7" name="Object 106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CLOUDANT</a:t>
            </a:r>
            <a:endParaRPr lang="en-US" dirty="0"/>
          </a:p>
        </p:txBody>
      </p:sp>
      <p:sp>
        <p:nvSpPr>
          <p:cNvPr id="108" name="Object 107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9" name="Object 108" descr="public/generated/icons/e7114cc0-ffd2-4199-bc1a-ea79a6f09e89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10" name="Object 109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CLOUDSWAY CDN PRO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is.cluster-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NETWORK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afb603e9-8738-4542-abf4-baf5231a4d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COBALT IRON - SECURE AUTOMATED BACKUP WITH COMPASS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2ad2fdd0-bba5-11ea-8966-5d6402fed1c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ENGINE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3e1a2c30-11dd-11ec-b621-67e0f6600d5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COMPLIANCE AND CUSTOMER EXPERIENCE AUTOMATION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ComposeElasticsearch-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ELASTICSEARCH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ComposeEtcd-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ETCD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omposeMongo-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MONGODB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ComposePostgreSQL-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POSTGRESQL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omposeRabbitMQ-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RABBITMQ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omposeRedis-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REDIS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public.bluemix.container.registr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REGISTRY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4ad9c1b8-e58e-2a9d-ccb8-d4d5ae84abc0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SECURITY SERVICES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59b735ee-5938-4ebd-a6b2-541aef2d1f68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DELIVERY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d19358fd-a20a-4bb7-9727-9d3c129db741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CONVERLISTICS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742c2c0f-1c40-480d-ab7b-76e56a89f51b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CONVERTIO VMWARE WORKLOAD MIGRATION AND CONVERSION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5da26b90-7b83-44b5-b6d3-778b408b77db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CRUSHBANK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07d4aa9f-1f71-43bb-9916-8e9cff5bc426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 MIGRATIONS DR AND MANAGEMENT AS A SERVICE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1ab48530-6638-4fce-a386-0bd598576a0a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CYBERSTRONG BY CYBERSAINT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840bcb30-f8c3-11ed-afcd-01dba1a5ada3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PRODUCT HUB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696b9880-9e9b-11ea-9054-e15e287f1e7f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REPLICATION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5d307850-0404-11eb-8c8b-c7d7505f656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VIRTUALIZATION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databases-for-enterprisedb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EDB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databases-for-elasticsearch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ELASTICSEARCH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databases-for-mongodb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MONGODB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databases-for-mysql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MYSQL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databases-for-postgresql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POSTGRESQL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databases-for-redis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REDIS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d0532c0-f87c-11ea-be25-c9dc051df74f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DATASTAGE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dashdb-for-transactions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9e02e72d-00ce-4220-b44c-650c8314e58a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 WAREHOUSE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is.dedicated-hos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DEDICATED HOST FOR VPC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86fb7610-0f92-11ea-a6a3-8b96ed1570d8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7dd59b11-c3c5-5aad-f6b2-2a0c2a3e6c49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 ON CLASSIC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dc11a440-6073-11e9-9f5a-2f7997ba23c0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22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HOSTING ON CLASSIC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23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ON CLASSIC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EXCHANGE ON CLASSIC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9f3db814-3aec-47c5-94b0-6a71d49bd27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9e09a2eb-b2e5-4d76-ab7c-1b2f8c08086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- HORIZON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79679329-2050-4779-a2e2-7210b88aed4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FS - HORIZON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6fc0c2df-7fbc-470f-aac5-a93af7ef4a9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FLEX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72ca6b61-2aa8-4b8f-ba21-69854bd2095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MANAGED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b4ed8a30-936f-11e9-b289-1d079699cbe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DNS SERVICES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d1e3f0d2-0f49-ddfd-0eb9-2897b9d3a45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DELIVERY, POWERED BY SENDGRID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871a9870-7508-11ef-ac5c-3324c550b37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 SERVICE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64955a78-30f9-426d-a25a-344480421b27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ETICLOUD SECURE DIGITAL AGILE WORKPLACE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ecdb4690-c2d8-11eb-bff1-4f7b9d2dfe4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NOTIFICATIONS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6a7f4e38-f218-48ef-9dd2-df408747568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STREAMS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cf329950-0a3e-11e8-922e-f1366c6e1c83-bigi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F5 BIG-IP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60427a43-cf48-41e0-bd95-26bde9c12105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FALCONSTOR STORSAFE FOR POWER ON-PREMISES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6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CLASSIC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is.shar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VPC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is.floating-ip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 FOR VPC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is.flow-log-collector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FLOW LOGS FOR VPC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05605040-8854-4665-bd05-0b10a96daf05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CLOUD MIGRATION SERVICES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d2fb0ba3-1679-4053-a593-9f2259d9e87b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MANAGED SERVICES FOR POWERVS CLOUD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cf329950-0a3e-11e8-922e-f1366c6e1c83-fortigat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f5b26324-9b39-c701-0cc5-b0d5d2fe8534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 10GBPS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cf329950-0a3e-11e8-922e-f1366c6e1c83-fortigatevm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VIRTUAL APPLIANCE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a93eeacc-7012-c8bc-c851-e928949a226c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FORTINET VIRTUAL FORTIGATE SECURITY APPLIANCE (VFSA)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900fb23f-fe9d-4cf8-9bb2-a82d87dede0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KTLO APPLICATION MANAGEMENT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c3c7f095-67da-42e6-b982-46d0e6e79f84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LPAR OPERATIONS MANAGEMENT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afa31435-8561-4383-b069-ec9a47719e20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PRESTO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9db75c87-84ce-491b-8526-dcd2188f3866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X-ANALYSIS SUITE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16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HARDWARE FIREWALL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cf329950-0a3e-11e8-922e-f1366c6e1c83-hcx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HCX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3dacb5a3-de4a-4361-9f39-0b6657f89f37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HDM VMWARE WORKLOAD ANALYZER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cf329950-0a3e-11e8-922e-f1366c6e1c83-horizon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HORIZON 7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fa329acf-f9b6-fa9f-f37e-ad72d0b6a783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CLOUD INFRASTRUCTURE AS A SERVICE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d589492e-6ac0-4a11-9c28-a157851c8f68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CRYPTO SERVICES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986f2197-9f9a-44f4-9463-f17ec64c6729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VIRTUAL SERVER FOR CLASSIC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cf329950-0a3e-11e8-922e-f1366c6e1c83-hytrustcc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CLOUDCONTROL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cf329950-0a3e-11e8-922e-f1366c6e1c83-hytrustd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DATACONTROL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-hytrustk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KEYCONTROL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1d5aa90-2cab-11ef-bc36-b3feacb6d8d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 MANAGED ON POWER VIRTUAL SERVER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is.ima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 SERVICE FOR VPC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is.metada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 METADATA FOR VPC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75874a60-cb12-11e7-948e-37ac098eb1b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1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IPSEC VPN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035145f0-2cac-4505-59e9-2e363d08d5a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JUNIPER VSRX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ee41347f-b18e-4ca6-bf80-b5467c63f9a6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 PROTECT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f329950-0a3e-11e8-922e-f1366c6e1c83-kmipadapt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KMIP FOR VMWARE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983ea9a2-0fec-4021-8b70-8da5373394e5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STUDIO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a8f89634-261c-4832-8257-b25e04787988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ELASTIC DATA MIGRATION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f1fa7442-9ee0-4e27-94c2-0cb3776a0a0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INTELLIGENT DATA MANAGEMENT SUITE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containers-kubernet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 SERVICE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is.load-balancer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 FOR VPC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9349854b-eb46-427f-8ef6-687d601c9eda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LYVE DATA TRANSFER SERVICES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cf329950-0a3e-11e8-922e-f1366c6e1c83-managedveeam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BACKUP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f329950-0a3e-11e8-922e-f1366c6e1c83-managedzert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DISASTER RECOVERY SERVICES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cfb3c3da-7b1f-0879-f414-f367da218488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NETWORK SECURITY SERVICES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cf329950-0a3e-11e8-922e-f1366c6e1c83-imi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VMWARE SERVICES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14bd30e0-8921-11e9-a2c5-13fceaf553c0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MATCH 360 WITH WATSON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messages-for-rabbitmq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MESSAGES FOR RABBITMQ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d4000551-49ff-4868-9e05-f863e60fad3a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MINIO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9d9545b4-b866-4c1b-9fc0-39273aef5bb0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MONO-X ONE FOR POWERVS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01037c41-adce-4bb5-8b45-0c06004916c4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MQ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is.snapshot-consistency-group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MULTI VOLUME SNAPSHOTS FOR VPC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bb6393bc-7d81-446b-9728-61b704f6eca5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NATURAL LANGUAGE UNDERSTANDING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-netapp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NETAPP ONTAP SELECT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cc42cff0-b19b-11eb-9a66-c717766c1d30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NETEZZA PERFORMANCE SERVER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is.network-ac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 ACL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d97bd0c3-a8e5-4f3d-b925-16380e039a9a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266c5178-8d88-40a9-966f-ea9f775bab05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 PROFESSIONAL SERVICES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466091c0-9b8d-11eb-8f8c-91e95378d441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OPENPAGES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2f756420-434f-11e8-ae40-6bdd72502abc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bb6229f0-e632-11ee-ae26-5d6d9ba99eec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IBM STORAGE PROTECT FOR POWERVS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f0ea1510-e632-11ee-acb6-4d13e7035de5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SAP HANA STARTER EDITION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339a87f0-e633-11ee-acb6-4d13e7035d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MIGRATE WORKLOADS TO IBM POWER VIRTUAL SERVER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is.placement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PLACEMENT GROUPS FOR VPC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41690130-a4e8-11ea-94c3-d72a57643c7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PLANNING ANALYTICS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d666f360-66d1-11e9-85ef-a19427301a8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PORTWORX ENTERPRISE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7b2cdb0e-ad91-4fd7-97c0-5398874ec27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23 SERVICES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9828699d-dda7-4022-839b-c8e1e8b7d9d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WHILE ACTIVE SERVICES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power-iaas.workspac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ower-iaas.dedicated-hos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DEDICATED HOST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208072a0-7978-11ef-b369-0733120a414f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DR AUTOMATION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power-iaas.im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IMAGE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power-iaas.netwo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power-iaas.network-address-grou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ADDRESS GROUP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ower-iaas.network-interfa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INTERFACE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power-iaas.network-security-grou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SECURITY GROUP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power-iaas.shared-processor-poo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SHARED PROCESSOR POOL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power-iaas.snapshot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SNAPSHOT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power-iaas.pvm-instanc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VIRTUAL MACHINE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power-iaas.volu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VOLUME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b260dfd6-9b79-4377-be6d-146a5cb59be8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POWERVS MIGRATION AS A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private-path-service-gateway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PRIVATE PATH SERVICE FOR VPC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91a901ac-fb7d-9b6e-eb25-14e75a20c4c2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PROFESSIONAL SERVICES FOR GOVERNMENT(ONLY AVAILABLE IN US)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0f32e980-4197-4ad7-a484-e98f7c7424bf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PROFI POWERVS 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7c03a06c-f1bb-46f8-84d8-9378432b2804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PROTECTIO DRAAS MANAGED SERVICE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is.public-gateway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aa11a8b2-381e-4c1c-a232-2148f65c005f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PVS ONE MANAGED SERVICE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3eb2d5a0-24ff-11eb-9437-631d7272fff5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PX-BACKUP FOR KUBERNETES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b6049020-80f4-11eb-a0f7-e35ec9b4054f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QISKIT RUNTIME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5f8ac0-98f7-11e9-a40c-5b3c4bf3cc6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RAXAK PROTECT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instructlab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AI INSTRUCTLAB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openshift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OPENSHIFT ON IBM CLOUD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bd517bf0-88ba-11ea-a52e-91aeb42a4019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SATELLITE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schematics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SCHEMATICS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14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SECONDARY SUBNETS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ebc0cdb0-af2a-11ea-98c7-29e5db822649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SECRETS MANAGER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IBM_SecureGateway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GATEWAY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compliance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e831e900-82d6-11ec-95c5-c12c5a5d968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 WORKLOAD PROTECTION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is.security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GROUP FOR VPC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vcstrial_d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DATA PROTECTION AND DISASTER RECOVERY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f329950-0a3e-11e8-922e-f1366c6e1c83-vcstri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MIGRATION AND APP MODERNIZATION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cf329950-0a3e-11e8-922e-f1366c6e1c83-spplu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SPECTRUM PROTECT PLUS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bc35fb8c-bc5b-431b-859e-3861771d584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556153d0-5ad0-11e9-b7f9-41319ef2212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SSH KEY FOR VPC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1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SSL CERTIFICATES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2bea02b0-c0a4-11ee-83aa-3171b0bf2976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STORAGE CEPH AS A SERVICE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5acdbc42-8965-48f9-8a3c-1c728b6ed2c4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ANALYTICS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is.subne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4f2d2c90-caec-4916-b44b-8363479ab12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TECHD PROFESSIONAL SERVICES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282c1d79-9176-4597-9cff-941a8d6cfd4c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 TO SPEECH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e512e5f0-64fb-11e8-9c23-830c05b8b729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TOOLCHAIN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a0b5c5b4-cf45-4d10-ba8c-512126cf6e2c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TRADESCREEN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f38a4da0-c353-11e9-83b6-a36a57a97a06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TRANSIT GATEWAY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vmware.directorsit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CLOUD DIRECTOR SITE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vmware.usage-meter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USAGE METER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vmware.vdc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VIRTUAL DATA CENTER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cf329950-0a3e-11e8-922e-f1366c6e1c83-veeam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VEEAM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66644e80-f35a-11ee-923f-2fe367129617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VERIFY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is.virtual-network-interfac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NETWORK INTERFACE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is.vpc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CLOUD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is.endpoint-gateway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ENDPOINT FOR VPC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887073fb-ba5b-9407-d2ac-938308d890e4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ROUTER APPLIANCE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virtual-server-group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CLASSIC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is.instanc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VPC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15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VLAN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09f5a6ea-185e-4625-8281-9e8629360a4f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CLOUD MIGRATION SERVICES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cf329950-0a3e-11e8-922e-f1366c6e1c83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SOLUTIONS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cf329950-0a3e-11e8-922e-f1366c6e1c83-vcenterserver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VCENTER SERVER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cf329950-0a3e-11e8-922e-f1366c6e1c83-vspher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VSPHERE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b6670b68-84ca-4a04-b8e8-c567dfeeddd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COAAS (VPC COST OPTIMIZATION AS A SERVICE)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757254b0-a9a0-11ea-9ff6-17a22eb543c5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CLOUD MIGRATION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fd1e0240-dd95-11eb-b4a0-db1c9221b8a2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DRAAS (VPC+ DISASTER RECOVERY AS A SERVICE)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is.vpn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FOR VPC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cf329950-0a3e-11e8-922e-f1366c6e1c83-vro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VREALIZE OPERATIONS AND LOG INSIGHT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76b7bf22-b443-47db-b3db-066ba2988f4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 DISCOVERY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12fbfff4-12c7-ccd0-80e6-603e8607468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7045626d-55e3-4418-be11-683a26dbc1e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ASSISTANT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11530fa0-1776-11ee-93f6-1d4066e6a40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CODE ASSISTANT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b69f78c0-11d7-11ef-9bdf-c92eb40d183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ORCHESTRATE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51c53b72-918f-4869-b834-2d99eb28422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RUNTIME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39ba9d4c-b1c5-4cc3-a163-38b580121e0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STUDIO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43834340-4a6d-11ed-97d2-959039ad2a2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ed3a5a53-eb60-4f3c-8fd1-17f88585b6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 INTELLIGENCE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2ad019f3-0fd6-4c25-966d-f3952481a87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WATSONX.GOVERNANCE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e9407be2-139f-4f05-959d-494c6601239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WEALTHGROWTH.AI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cf329950-0a3e-11e8-922e-f1366c6e1c83-zerto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ZERTO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Kubernetes-https%3A%2F%2Fraw.githubusercontent.com%2Fkubernetes%2Fkubernetes%2Fmaster%2Flogo%2Flogo.p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Docker-https%3A%2F%2Fwww.docker.com%2Fwp-content%2Fuploads%2F2022%2F03%2Fvertical-logo-monochromatic.p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DOCKER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nginx-https%3A%2F%2Fupload.wikimedia.org%2Fwikipedia%2Fcommons%2Fc%2Fc5%2FNginx_logo.sv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NGINX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MySQL-https%3A%2F%2Fcdn.worldvectorlogo.com%2Flogos%2Fmysql-4.sv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MYSQL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GIT-https%3A%2F%2Fgit-scm.com%2Fimages%2Flogos%2Fdownloads%2FGit-Icon-1788C.p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Spring Boot-https%3A%2F%2Fwww.vectorlogo.zone%2Flogos%2Fspringio%2Fspringio-icon.sv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SPRING BOOT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loud Foundry-https%3A%2F%2Fraw.githubusercontent.com%2Fcloudfoundry%2Flogos%2Fmaster%2FCF_Icon_4-colour.sv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FOUNDRY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HP-https%3A%2F%2Fupload.wikimedia.org%2Fwikipedia%2Fcommons%2F2%2F27%2FPHP-logo.sv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PHP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AP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APP U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UI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Access Controll Lis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ACCESS CONTROLL LIST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Account Managem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ACCOUNT MANAGEMENT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Alert Notificati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Application Serv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SERVER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Auto Scal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SCALING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Backend Serv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BACKEND SERVER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Bank Service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BANK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B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Break Circui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BREAK CIRCUIT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Brokerag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BROKERAGE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Cloud Shell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SHELL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Composer Playgroun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PLAYGROUND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Composer Rest Serve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REST SERVER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Configu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Converbel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CONVERBELT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Customer Databas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 DATABASE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Developer Porta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DEVELOPER PORTAL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icons/namedsvg/Discovery Collecti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DISCOVERY COLLECTION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icons/namedsvg/Distribution Cent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DISTRIBUTION CENTER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icons/namedsvg/Emai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icons/namedsvg/Example Data Se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EXAMPLE DATA SET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icons/namedsvg/External Servic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 SERVICE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icons/namedsvg/Fil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icons/namedsvg/Financial Risk Managemen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FINANCIAL RISK MANAGEMENT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icons/namedsvg/Generat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icons/namedsvg/Hyperledger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HYPERLEDGER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icons/namedsvg/IBM 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icons/namedsvg/IBM Data Science Experi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 SCIENCE EXPERIENCE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icons/namedsvg/IBM Datapow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DATAPOWER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icons/namedsvg/IBM 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Z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icons/namedsvg/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icons/namedsvg/Inst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INSTALL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icons/namedsvg/Invento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INVENTORY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icons/namedsvg/Ivestment Portfoli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IVESTMENT PORTFOLIO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Li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Load Balancin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Local Netwo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LOCAL NETWORK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Market Dat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 DATA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Medi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MEDIA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Microphon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MICROPHONE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Online News Conten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ONLINE NEWS CONTENT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Outbound Call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OUTBOUND CALLS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Outle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OUTLET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Predictive Market Scenari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Recommendation Servic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RECOMMENDATION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Senso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Service Provider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PROVIDER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Servic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Store Sa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 SALES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Sto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View Logs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 LOGS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Virtual Realit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REALITY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zOS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3" name="Object 2" descr="icons/refarch/Analytics/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5" name="Object 4" descr="icons/refarch/Analytics/DataInteg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INTEGRATION</a:t>
            </a:r>
            <a:endParaRPr lang="en-US" dirty="0"/>
          </a:p>
        </p:txBody>
      </p:sp>
      <p:pic>
        <p:nvPicPr>
          <p:cNvPr id="7" name="Object 6" descr="icons/refarch/Analytics/DataRepositori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REPOSITORIES</a:t>
            </a:r>
            <a:endParaRPr lang="en-US" dirty="0"/>
          </a:p>
        </p:txBody>
      </p:sp>
      <p:pic>
        <p:nvPicPr>
          <p:cNvPr id="9" name="Object 8" descr="icons/refarch/Analytics/Decision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DECISION MANAGEMENT</a:t>
            </a:r>
            <a:endParaRPr lang="en-US" dirty="0"/>
          </a:p>
        </p:txBody>
      </p:sp>
      <p:pic>
        <p:nvPicPr>
          <p:cNvPr id="11" name="Object 10" descr="icons/refarch/Analytics/DeviceAnalytic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ANALYTICS</a:t>
            </a:r>
            <a:endParaRPr lang="en-US" dirty="0"/>
          </a:p>
        </p:txBody>
      </p:sp>
      <p:pic>
        <p:nvPicPr>
          <p:cNvPr id="13" name="Object 12" descr="icons/refarch/Analytics/MachineLe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MACHINE LEARNING</a:t>
            </a:r>
            <a:endParaRPr lang="en-US" dirty="0"/>
          </a:p>
        </p:txBody>
      </p:sp>
      <p:pic>
        <p:nvPicPr>
          <p:cNvPr id="15" name="Object 14" descr="icons/refarch/Analytics/StreamingCompu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COMPUTING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APPLICATIONS</a:t>
            </a:r>
            <a:endParaRPr lang="en-US" dirty="0"/>
          </a:p>
        </p:txBody>
      </p:sp>
      <p:pic>
        <p:nvPicPr>
          <p:cNvPr id="3" name="Object 2" descr="icons/refarch/Applications/APIDeveloper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DEVELOPER PORTAL</a:t>
            </a:r>
            <a:endParaRPr lang="en-US" dirty="0"/>
          </a:p>
        </p:txBody>
      </p:sp>
      <p:pic>
        <p:nvPicPr>
          <p:cNvPr id="5" name="Object 4" descr="icons/refarch/Applications/APIPolyglotRuntim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POLYGLOT RUNTIMES</a:t>
            </a:r>
            <a:endParaRPr lang="en-US" dirty="0"/>
          </a:p>
        </p:txBody>
      </p:sp>
      <p:pic>
        <p:nvPicPr>
          <p:cNvPr id="7" name="Object 6" descr="icons/refarch/Applications/ActionableIns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ACTIONABLE INSIGHT</a:t>
            </a:r>
            <a:endParaRPr lang="en-US" dirty="0"/>
          </a:p>
        </p:txBody>
      </p:sp>
      <p:pic>
        <p:nvPicPr>
          <p:cNvPr id="9" name="Object 8" descr="icons/refarch/Applications/Annot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ANNOTATE</a:t>
            </a:r>
            <a:endParaRPr lang="en-US" dirty="0"/>
          </a:p>
        </p:txBody>
      </p:sp>
      <p:pic>
        <p:nvPicPr>
          <p:cNvPr id="11" name="Object 10" descr="icons/refarch/Applications/App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SERVER</a:t>
            </a:r>
            <a:endParaRPr lang="en-US" dirty="0"/>
          </a:p>
        </p:txBody>
      </p:sp>
      <p:pic>
        <p:nvPicPr>
          <p:cNvPr id="13" name="Object 12" descr="icons/refarch/Applications/ApplicationLo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LOGIC</a:t>
            </a:r>
            <a:endParaRPr lang="en-US" dirty="0"/>
          </a:p>
        </p:txBody>
      </p:sp>
      <p:pic>
        <p:nvPicPr>
          <p:cNvPr id="15" name="Object 14" descr="icons/refarch/Applications/AutomationTool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AUTOMATION TOOLS</a:t>
            </a:r>
            <a:endParaRPr lang="en-US" dirty="0"/>
          </a:p>
        </p:txBody>
      </p:sp>
      <p:pic>
        <p:nvPicPr>
          <p:cNvPr id="17" name="Object 16" descr="icons/refarch/Applications/EnterpriseApplication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APPLICATIONS</a:t>
            </a:r>
            <a:endParaRPr lang="en-US" dirty="0"/>
          </a:p>
        </p:txBody>
      </p:sp>
      <p:pic>
        <p:nvPicPr>
          <p:cNvPr id="19" name="Object 18" descr="icons/refarch/Applications/IOTApplicat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IOT APPLICATION</a:t>
            </a:r>
            <a:endParaRPr lang="en-US" dirty="0"/>
          </a:p>
        </p:txBody>
      </p:sp>
      <p:pic>
        <p:nvPicPr>
          <p:cNvPr id="21" name="Object 20" descr="icons/refarch/Applications/Index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INDEX</a:t>
            </a:r>
            <a:endParaRPr lang="en-US" dirty="0"/>
          </a:p>
        </p:txBody>
      </p:sp>
      <p:pic>
        <p:nvPicPr>
          <p:cNvPr id="23" name="Object 22" descr="icons/refarch/Applications/Microservi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MICROSERVICE</a:t>
            </a:r>
            <a:endParaRPr lang="en-US" dirty="0"/>
          </a:p>
        </p:txBody>
      </p:sp>
      <p:pic>
        <p:nvPicPr>
          <p:cNvPr id="25" name="Object 24" descr="icons/refarch/Applications/MobileAp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APP</a:t>
            </a:r>
            <a:endParaRPr lang="en-US" dirty="0"/>
          </a:p>
        </p:txBody>
      </p:sp>
      <p:pic>
        <p:nvPicPr>
          <p:cNvPr id="27" name="Object 26" descr="icons/refarch/Applications/Ontolog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ONTOLOGY</a:t>
            </a:r>
            <a:endParaRPr lang="en-US" dirty="0"/>
          </a:p>
        </p:txBody>
      </p:sp>
      <p:pic>
        <p:nvPicPr>
          <p:cNvPr id="29" name="Object 28" descr="icons/refarch/Applications/Opesource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OPESOURCE TOOLS</a:t>
            </a:r>
            <a:endParaRPr lang="en-US" dirty="0"/>
          </a:p>
        </p:txBody>
      </p:sp>
      <p:pic>
        <p:nvPicPr>
          <p:cNvPr id="31" name="Object 30" descr="icons/refarch/Applications/RuntimeServic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 SERVICES</a:t>
            </a:r>
            <a:endParaRPr lang="en-US" dirty="0"/>
          </a:p>
        </p:txBody>
      </p:sp>
      <p:pic>
        <p:nvPicPr>
          <p:cNvPr id="33" name="Object 32" descr="icons/refarch/Applications/SaaSApplication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SAA S APPLICATIONS</a:t>
            </a:r>
            <a:endParaRPr lang="en-US" dirty="0"/>
          </a:p>
        </p:txBody>
      </p:sp>
      <p:pic>
        <p:nvPicPr>
          <p:cNvPr id="35" name="Object 34" descr="icons/refarch/Applications/ServiceBrok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BROKER</a:t>
            </a:r>
            <a:endParaRPr lang="en-US" dirty="0"/>
          </a:p>
        </p:txBody>
      </p:sp>
      <p:pic>
        <p:nvPicPr>
          <p:cNvPr id="37" name="Object 36" descr="icons/refarch/Applications/SpeechToTex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pic>
        <p:nvPicPr>
          <p:cNvPr id="39" name="Object 38" descr="icons/refarch/Applications/VisualRecogni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 RECOGNITION</a:t>
            </a:r>
            <a:endParaRPr lang="en-US" dirty="0"/>
          </a:p>
        </p:txBody>
      </p:sp>
      <p:pic>
        <p:nvPicPr>
          <p:cNvPr id="41" name="Object 40" descr="icons/refarch/Applications/Visualizati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VISUALIZATION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dirty="0"/>
          </a:p>
        </p:txBody>
      </p:sp>
      <p:pic>
        <p:nvPicPr>
          <p:cNvPr id="3" name="Object 2" descr="icons/refarch/Data/Cach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CACHES</a:t>
            </a:r>
            <a:endParaRPr lang="en-US" dirty="0"/>
          </a:p>
        </p:txBody>
      </p:sp>
      <p:pic>
        <p:nvPicPr>
          <p:cNvPr id="5" name="Object 4" descr="icons/refarch/Data/Cont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</a:t>
            </a:r>
            <a:endParaRPr lang="en-US" dirty="0"/>
          </a:p>
        </p:txBody>
      </p:sp>
      <p:pic>
        <p:nvPicPr>
          <p:cNvPr id="7" name="Object 6" descr="icons/refarch/Data/Convers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CONVERSATION</a:t>
            </a:r>
            <a:endParaRPr lang="en-US" dirty="0"/>
          </a:p>
        </p:txBody>
      </p:sp>
      <p:pic>
        <p:nvPicPr>
          <p:cNvPr id="9" name="Object 8" descr="icons/refarch/Data/DatScie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 SCIENCE</a:t>
            </a:r>
            <a:endParaRPr lang="en-US" dirty="0"/>
          </a:p>
        </p:txBody>
      </p:sp>
      <p:pic>
        <p:nvPicPr>
          <p:cNvPr id="11" name="Object 10" descr="icons/refarch/Data/DataLak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LAKE</a:t>
            </a:r>
            <a:endParaRPr lang="en-US" dirty="0"/>
          </a:p>
        </p:txBody>
      </p:sp>
      <p:pic>
        <p:nvPicPr>
          <p:cNvPr id="13" name="Object 12" descr="icons/refarch/Data/DataMa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MART</a:t>
            </a:r>
            <a:endParaRPr lang="en-US" dirty="0"/>
          </a:p>
        </p:txBody>
      </p:sp>
      <p:pic>
        <p:nvPicPr>
          <p:cNvPr id="15" name="Object 14" descr="icons/refarch/Data/DataServic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7" name="Object 16" descr="icons/refarch/Data/DataSource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SOURCES</a:t>
            </a:r>
            <a:endParaRPr lang="en-US" dirty="0"/>
          </a:p>
        </p:txBody>
      </p:sp>
      <p:pic>
        <p:nvPicPr>
          <p:cNvPr id="19" name="Object 18" descr="icons/refarch/Data/DeviceRegistr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REGISTRY</a:t>
            </a:r>
            <a:endParaRPr lang="en-US" dirty="0"/>
          </a:p>
        </p:txBody>
      </p:sp>
      <p:pic>
        <p:nvPicPr>
          <p:cNvPr id="21" name="Object 20" descr="icons/refarch/Data/DevideIdentityServ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DEVIDE IDENTITY SERVICE</a:t>
            </a:r>
            <a:endParaRPr lang="en-US" dirty="0"/>
          </a:p>
        </p:txBody>
      </p:sp>
      <p:pic>
        <p:nvPicPr>
          <p:cNvPr id="23" name="Object 22" descr="icons/refarch/Data/EnterpriseDat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DATA</a:t>
            </a:r>
            <a:endParaRPr lang="en-US" dirty="0"/>
          </a:p>
        </p:txBody>
      </p:sp>
      <p:pic>
        <p:nvPicPr>
          <p:cNvPr id="25" name="Object 24" descr="icons/refarch/Data/EnterpriseUserDirector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USER DIRECTORY</a:t>
            </a:r>
            <a:endParaRPr lang="en-US" dirty="0"/>
          </a:p>
        </p:txBody>
      </p:sp>
      <p:pic>
        <p:nvPicPr>
          <p:cNvPr id="27" name="Object 26" descr="icons/refarch/Data/FileReposito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REPOSITORY</a:t>
            </a:r>
            <a:endParaRPr lang="en-US" dirty="0"/>
          </a:p>
        </p:txBody>
      </p:sp>
      <p:pic>
        <p:nvPicPr>
          <p:cNvPr id="29" name="Object 28" descr="icons/refarch/Data/GroundTruth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GROUND TRUTH</a:t>
            </a:r>
            <a:endParaRPr lang="en-US" dirty="0"/>
          </a:p>
        </p:txBody>
      </p:sp>
      <p:pic>
        <p:nvPicPr>
          <p:cNvPr id="31" name="Object 30" descr="icons/refarch/Data/Mode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MODEL</a:t>
            </a:r>
            <a:endParaRPr lang="en-US" dirty="0"/>
          </a:p>
        </p:txBody>
      </p:sp>
      <p:pic>
        <p:nvPicPr>
          <p:cNvPr id="33" name="Object 32" descr="icons/refarch/Data/TMSDataInterfa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TMS DATA INTERFACE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</a:t>
            </a:r>
            <a:endParaRPr lang="en-US" dirty="0"/>
          </a:p>
        </p:txBody>
      </p:sp>
      <p:pic>
        <p:nvPicPr>
          <p:cNvPr id="3" name="Object 2" descr="icons/refarch/DevOps/Artifact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ARTIFACT MANAGEMENT</a:t>
            </a:r>
            <a:endParaRPr lang="en-US" dirty="0"/>
          </a:p>
        </p:txBody>
      </p:sp>
      <p:pic>
        <p:nvPicPr>
          <p:cNvPr id="5" name="Object 4" descr="icons/refarch/DevOps/BuildAnd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AND TEST</a:t>
            </a:r>
            <a:endParaRPr lang="en-US" dirty="0"/>
          </a:p>
        </p:txBody>
      </p:sp>
      <p:pic>
        <p:nvPicPr>
          <p:cNvPr id="7" name="Object 6" descr="icons/refarch/DevOps/Code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EDITOR</a:t>
            </a:r>
            <a:endParaRPr lang="en-US" dirty="0"/>
          </a:p>
        </p:txBody>
      </p:sp>
      <p:pic>
        <p:nvPicPr>
          <p:cNvPr id="9" name="Object 8" descr="icons/refarch/DevOps/CollaborativeDevelop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COLLABORATIVE DEVELOPMENT</a:t>
            </a:r>
            <a:endParaRPr lang="en-US" dirty="0"/>
          </a:p>
        </p:txBody>
      </p:sp>
      <p:pic>
        <p:nvPicPr>
          <p:cNvPr id="11" name="Object 10" descr="icons/refarch/DevOps/ConfigurationManagem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CONFIGURATION MANAGEMENT</a:t>
            </a:r>
            <a:endParaRPr lang="en-US" dirty="0"/>
          </a:p>
        </p:txBody>
      </p:sp>
      <p:pic>
        <p:nvPicPr>
          <p:cNvPr id="13" name="Object 12" descr="icons/refarch/DevOps/ContinuousDeplo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DEPLOY</a:t>
            </a:r>
            <a:endParaRPr lang="en-US" dirty="0"/>
          </a:p>
        </p:txBody>
      </p:sp>
      <p:pic>
        <p:nvPicPr>
          <p:cNvPr id="15" name="Object 14" descr="icons/refarch/DevOps/ContinuousTes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TESTING</a:t>
            </a:r>
            <a:endParaRPr lang="en-US" dirty="0"/>
          </a:p>
        </p:txBody>
      </p:sp>
      <p:pic>
        <p:nvPicPr>
          <p:cNvPr id="17" name="Object 16" descr="icons/refarch/DevOps/Devop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DEVOPS</a:t>
            </a:r>
            <a:endParaRPr lang="en-US" dirty="0"/>
          </a:p>
        </p:txBody>
      </p:sp>
      <p:pic>
        <p:nvPicPr>
          <p:cNvPr id="19" name="Object 18" descr="icons/refarch/DevOps/Release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RELEASE MANAGEMENT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COMMERCE</a:t>
            </a:r>
            <a:endParaRPr lang="en-US" dirty="0"/>
          </a:p>
        </p:txBody>
      </p:sp>
      <p:pic>
        <p:nvPicPr>
          <p:cNvPr id="3" name="Object 2" descr="icons/refarch/E-Commerce/Commerce Business 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BUSINESS PROCESS</a:t>
            </a:r>
            <a:endParaRPr lang="en-US" dirty="0"/>
          </a:p>
        </p:txBody>
      </p:sp>
      <p:pic>
        <p:nvPicPr>
          <p:cNvPr id="5" name="Object 4" descr="icons/refarch/E-Commerce/Commerce Customer C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CUSTOMER CARE</a:t>
            </a:r>
            <a:endParaRPr lang="en-US" dirty="0"/>
          </a:p>
        </p:txBody>
      </p:sp>
      <p:pic>
        <p:nvPicPr>
          <p:cNvPr id="7" name="Object 6" descr="icons/refarch/E-Commerce/Commerce Digital Experi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DIGITAL EXPERIENCE</a:t>
            </a:r>
            <a:endParaRPr lang="en-US" dirty="0"/>
          </a:p>
        </p:txBody>
      </p:sp>
      <p:pic>
        <p:nvPicPr>
          <p:cNvPr id="9" name="Object 8" descr="icons/refarch/E-Commerce/Commerce Distributed Ord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DISTRIBUTED ORDER</a:t>
            </a:r>
            <a:endParaRPr lang="en-US" dirty="0"/>
          </a:p>
        </p:txBody>
      </p:sp>
      <p:pic>
        <p:nvPicPr>
          <p:cNvPr id="11" name="Object 10" descr="icons/refarch/E-Commerce/Commerce Market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MARKETING</a:t>
            </a:r>
            <a:endParaRPr lang="en-US" dirty="0"/>
          </a:p>
        </p:txBody>
      </p:sp>
      <p:pic>
        <p:nvPicPr>
          <p:cNvPr id="13" name="Object 12" descr="icons/refarch/E-Commerce/Commerce Merchandis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MERCHANDISING</a:t>
            </a:r>
            <a:endParaRPr lang="en-US" dirty="0"/>
          </a:p>
        </p:txBody>
      </p:sp>
      <p:pic>
        <p:nvPicPr>
          <p:cNvPr id="15" name="Object 14" descr="icons/refarch/E-Commerce/Commerce Pay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PAYMENT</a:t>
            </a:r>
            <a:endParaRPr lang="en-US" dirty="0"/>
          </a:p>
        </p:txBody>
      </p:sp>
      <p:pic>
        <p:nvPicPr>
          <p:cNvPr id="17" name="Object 16" descr="icons/refarch/E-Commerce/Commerce Supply Chain Mgm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SUPPLY CHAIN MGMT</a:t>
            </a:r>
            <a:endParaRPr lang="en-US" dirty="0"/>
          </a:p>
        </p:txBody>
      </p:sp>
      <p:pic>
        <p:nvPicPr>
          <p:cNvPr id="19" name="Object 18" descr="icons/refarch/E-Commerce/Commerce Warehouse Mgm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WAREHOUSE MGMT</a:t>
            </a:r>
            <a:endParaRPr lang="en-US" dirty="0"/>
          </a:p>
        </p:txBody>
      </p:sp>
      <p:pic>
        <p:nvPicPr>
          <p:cNvPr id="21" name="Object 20" descr="icons/refarch/E-Commerce/Commerce e-Commerce App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E COMMERCE APPL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</a:t>
            </a:r>
            <a:endParaRPr lang="en-US" dirty="0"/>
          </a:p>
        </p:txBody>
      </p:sp>
      <p:pic>
        <p:nvPicPr>
          <p:cNvPr id="3" name="Object 2" descr="icons/refarch/Infrastructure/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CHANNELS</a:t>
            </a:r>
            <a:endParaRPr lang="en-US" dirty="0"/>
          </a:p>
        </p:txBody>
      </p:sp>
      <p:pic>
        <p:nvPicPr>
          <p:cNvPr id="5" name="Object 4" descr="icons/refarch/Infrastructure/CloudMessa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MESSAGING</a:t>
            </a:r>
            <a:endParaRPr lang="en-US" dirty="0"/>
          </a:p>
        </p:txBody>
      </p:sp>
      <p:pic>
        <p:nvPicPr>
          <p:cNvPr id="7" name="Object 6" descr="icons/refarch/Infrastructure/ContainerCat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CATALOG</a:t>
            </a:r>
            <a:endParaRPr lang="en-US" dirty="0"/>
          </a:p>
        </p:txBody>
      </p:sp>
      <p:pic>
        <p:nvPicPr>
          <p:cNvPr id="9" name="Object 8" descr="icons/refarch/Infrastructure/Diagnos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DIAGNOSTICS</a:t>
            </a:r>
            <a:endParaRPr lang="en-US" dirty="0"/>
          </a:p>
        </p:txBody>
      </p:sp>
      <p:pic>
        <p:nvPicPr>
          <p:cNvPr id="11" name="Object 10" descr="icons/refarch/Infrastructure/Edge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EDGE SERVICES</a:t>
            </a:r>
            <a:endParaRPr lang="en-US" dirty="0"/>
          </a:p>
        </p:txBody>
      </p:sp>
      <p:pic>
        <p:nvPicPr>
          <p:cNvPr id="13" name="Object 12" descr="icons/refarch/Infrastructure/EnterpriseMessag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MESSAGING</a:t>
            </a:r>
            <a:endParaRPr lang="en-US" dirty="0"/>
          </a:p>
        </p:txBody>
      </p:sp>
      <p:pic>
        <p:nvPicPr>
          <p:cNvPr id="15" name="Object 14" descr="icons/refarch/Infrastructure/EventFe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FEED</a:t>
            </a:r>
            <a:endParaRPr lang="en-US" dirty="0"/>
          </a:p>
        </p:txBody>
      </p:sp>
      <p:pic>
        <p:nvPicPr>
          <p:cNvPr id="17" name="Object 16" descr="icons/refarch/Infrastructure/ExistingEnterpriseSystem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EXISTING ENTERPRISE SYSTEMS</a:t>
            </a:r>
            <a:endParaRPr lang="en-US" dirty="0"/>
          </a:p>
        </p:txBody>
      </p:sp>
      <p:pic>
        <p:nvPicPr>
          <p:cNvPr id="19" name="Object 18" descr="icons/refarch/Infrastructure/InfrastructureService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SERVICES</a:t>
            </a:r>
            <a:endParaRPr lang="en-US" dirty="0"/>
          </a:p>
        </p:txBody>
      </p:sp>
      <p:pic>
        <p:nvPicPr>
          <p:cNvPr id="21" name="Object 20" descr="icons/refarch/Infrastructure/Integrati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INTEGRATION</a:t>
            </a:r>
            <a:endParaRPr lang="en-US" dirty="0"/>
          </a:p>
        </p:txBody>
      </p:sp>
      <p:pic>
        <p:nvPicPr>
          <p:cNvPr id="23" name="Object 22" descr="icons/refarch/Infrastructure/InterserviceCommunicati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INTERSERVICE COMMUNICATION</a:t>
            </a:r>
            <a:endParaRPr lang="en-US" dirty="0"/>
          </a:p>
        </p:txBody>
      </p:sp>
      <p:pic>
        <p:nvPicPr>
          <p:cNvPr id="25" name="Object 24" descr="icons/refarch/Infrastructure/LoadBalancingAndRout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 AND ROUTING</a:t>
            </a:r>
            <a:endParaRPr lang="en-US" dirty="0"/>
          </a:p>
        </p:txBody>
      </p:sp>
      <p:pic>
        <p:nvPicPr>
          <p:cNvPr id="27" name="Object 26" descr="icons/refarch/Infrastructure/MobileBacken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BACKEND</a:t>
            </a:r>
            <a:endParaRPr lang="en-US" dirty="0"/>
          </a:p>
        </p:txBody>
      </p:sp>
      <p:pic>
        <p:nvPicPr>
          <p:cNvPr id="29" name="Object 28" descr="icons/refarch/Infrastructure/MobileProviderNetwor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PROVIDER NETWORK</a:t>
            </a:r>
            <a:endParaRPr lang="en-US" dirty="0"/>
          </a:p>
        </p:txBody>
      </p:sp>
      <p:pic>
        <p:nvPicPr>
          <p:cNvPr id="31" name="Object 30" descr="icons/refarch/Infrastructure/MonitoringAndLogg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LOGGING</a:t>
            </a:r>
            <a:endParaRPr lang="en-US" dirty="0"/>
          </a:p>
        </p:txBody>
      </p:sp>
      <p:pic>
        <p:nvPicPr>
          <p:cNvPr id="33" name="Object 32" descr="icons/refarch/Infrastructure/PeerService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PEER SERVICES</a:t>
            </a:r>
            <a:endParaRPr lang="en-US" dirty="0"/>
          </a:p>
        </p:txBody>
      </p:sp>
      <p:pic>
        <p:nvPicPr>
          <p:cNvPr id="35" name="Object 34" descr="icons/refarch/Infrastructure/Proces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</a:t>
            </a:r>
            <a:endParaRPr lang="en-US" dirty="0"/>
          </a:p>
        </p:txBody>
      </p:sp>
      <p:pic>
        <p:nvPicPr>
          <p:cNvPr id="37" name="Object 36" descr="icons/refarch/Infrastructure/Runti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</a:t>
            </a:r>
            <a:endParaRPr lang="en-US" dirty="0"/>
          </a:p>
        </p:txBody>
      </p:sp>
      <p:pic>
        <p:nvPicPr>
          <p:cNvPr id="39" name="Object 38" descr="icons/refarch/Infrastructure/ServiceDiscoveryAndConfigura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DISCOVERY AND CONFIGURATION</a:t>
            </a:r>
            <a:endParaRPr lang="en-US" dirty="0"/>
          </a:p>
        </p:txBody>
      </p:sp>
      <p:pic>
        <p:nvPicPr>
          <p:cNvPr id="41" name="Object 40" descr="icons/refarch/Infrastructure/Services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SERVICES</a:t>
            </a:r>
            <a:endParaRPr lang="en-US" dirty="0"/>
          </a:p>
        </p:txBody>
      </p:sp>
      <p:pic>
        <p:nvPicPr>
          <p:cNvPr id="43" name="Object 42" descr="icons/refarch/Infrastructure/TransformationAndConnectivit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TRANSFORMATION AND CONNECTIVITY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3" name="Object 2" descr="icons/refarch/Management/API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MANAGEMENT</a:t>
            </a:r>
            <a:endParaRPr lang="en-US" dirty="0"/>
          </a:p>
        </p:txBody>
      </p:sp>
      <p:pic>
        <p:nvPicPr>
          <p:cNvPr id="5" name="Object 4" descr="icons/refarch/Management/AlertNotif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pic>
        <p:nvPicPr>
          <p:cNvPr id="7" name="Object 6" descr="icons/refarch/Management/ClusterManage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MANAGEMENT</a:t>
            </a:r>
            <a:endParaRPr lang="en-US" dirty="0"/>
          </a:p>
        </p:txBody>
      </p:sp>
      <p:pic>
        <p:nvPicPr>
          <p:cNvPr id="9" name="Object 8" descr="icons/refarch/Management/Content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MANAGEMENT</a:t>
            </a:r>
            <a:endParaRPr lang="en-US" dirty="0"/>
          </a:p>
        </p:txBody>
      </p:sp>
      <p:pic>
        <p:nvPicPr>
          <p:cNvPr id="11" name="Object 10" descr="icons/refarch/Management/Data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3" name="Object 12" descr="icons/refarch/Management/DeviceManagem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MANAGEMENT</a:t>
            </a:r>
            <a:endParaRPr lang="en-US" dirty="0"/>
          </a:p>
        </p:txBody>
      </p:sp>
      <p:pic>
        <p:nvPicPr>
          <p:cNvPr id="15" name="Object 14" descr="icons/refarch/Management/ITServiceManage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 SERVICE MANAGEMENT</a:t>
            </a:r>
            <a:endParaRPr lang="en-US" dirty="0"/>
          </a:p>
        </p:txBody>
      </p:sp>
      <p:pic>
        <p:nvPicPr>
          <p:cNvPr id="17" name="Object 16" descr="icons/refarch/Management/InformationGovern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INFORMATION GOVERNANCE</a:t>
            </a:r>
            <a:endParaRPr lang="en-US" dirty="0"/>
          </a:p>
        </p:txBody>
      </p:sp>
      <p:pic>
        <p:nvPicPr>
          <p:cNvPr id="19" name="Object 18" descr="icons/refarch/Management/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21" name="Object 20" descr="icons/refarch/Management/MonitoringAndMetric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METRICS</a:t>
            </a:r>
            <a:endParaRPr lang="en-US" dirty="0"/>
          </a:p>
        </p:txBody>
      </p:sp>
      <p:pic>
        <p:nvPicPr>
          <p:cNvPr id="23" name="Object 22" descr="icons/refarch/Management/ProcessManageme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 MANAGEMENT</a:t>
            </a:r>
            <a:endParaRPr lang="en-US" dirty="0"/>
          </a:p>
        </p:txBody>
      </p:sp>
      <p:pic>
        <p:nvPicPr>
          <p:cNvPr id="25" name="Object 24" descr="icons/refarch/Management/ProviderCloudPortalServi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PROVIDER CLOUD PORTAL SERVICE</a:t>
            </a:r>
            <a:endParaRPr lang="en-US" dirty="0"/>
          </a:p>
        </p:txBody>
      </p:sp>
      <p:pic>
        <p:nvPicPr>
          <p:cNvPr id="27" name="Object 26" descr="icons/refarch/Management/PushNotification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 NOTIFICATIONS</a:t>
            </a:r>
            <a:endParaRPr lang="en-US" dirty="0"/>
          </a:p>
        </p:txBody>
      </p:sp>
      <p:pic>
        <p:nvPicPr>
          <p:cNvPr id="29" name="Object 28" descr="icons/refarch/Management/ServiceManagement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MANAGEMENT TOOLS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</a:t>
            </a:r>
            <a:endParaRPr lang="en-US" dirty="0"/>
          </a:p>
        </p:txBody>
      </p:sp>
      <p:pic>
        <p:nvPicPr>
          <p:cNvPr id="3" name="Object 2" descr="icons/refarch/Security/API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SECURITY</a:t>
            </a:r>
            <a:endParaRPr lang="en-US" dirty="0"/>
          </a:p>
        </p:txBody>
      </p:sp>
      <p:pic>
        <p:nvPicPr>
          <p:cNvPr id="5" name="Object 4" descr="icons/refarch/Security/Application Security-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SECURITY 19</a:t>
            </a:r>
            <a:endParaRPr lang="en-US" dirty="0"/>
          </a:p>
        </p:txBody>
      </p:sp>
      <p:pic>
        <p:nvPicPr>
          <p:cNvPr id="7" name="Object 6" descr="icons/refarch/Security/BlockchainSecurityServi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BLOCKCHAIN SECURITY SERVICES</a:t>
            </a:r>
            <a:endParaRPr lang="en-US" dirty="0"/>
          </a:p>
        </p:txBody>
      </p:sp>
      <p:pic>
        <p:nvPicPr>
          <p:cNvPr id="9" name="Object 8" descr="icons/refarch/Security/DataSecur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SECURITY</a:t>
            </a:r>
            <a:endParaRPr lang="en-US" dirty="0"/>
          </a:p>
        </p:txBody>
      </p:sp>
      <p:pic>
        <p:nvPicPr>
          <p:cNvPr id="11" name="Object 10" descr="icons/refarch/Security/DevOps Security-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 SECURITY 20</a:t>
            </a:r>
            <a:endParaRPr lang="en-US" dirty="0"/>
          </a:p>
        </p:txBody>
      </p:sp>
      <p:pic>
        <p:nvPicPr>
          <p:cNvPr id="13" name="Object 12" descr="icons/refarch/Security/Firew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FIREWALL</a:t>
            </a:r>
            <a:endParaRPr lang="en-US" dirty="0"/>
          </a:p>
        </p:txBody>
      </p:sp>
      <p:pic>
        <p:nvPicPr>
          <p:cNvPr id="15" name="Object 14" descr="icons/refarch/Security/Gatew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GATEWAY</a:t>
            </a:r>
            <a:endParaRPr lang="en-US" dirty="0"/>
          </a:p>
        </p:txBody>
      </p:sp>
      <p:pic>
        <p:nvPicPr>
          <p:cNvPr id="17" name="Object 16" descr="icons/refarch/Security/GovernanceRiskAndCompli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GOVERNANCE RISK AND COMPLIANCE</a:t>
            </a:r>
            <a:endParaRPr lang="en-US" dirty="0"/>
          </a:p>
        </p:txBody>
      </p:sp>
      <p:pic>
        <p:nvPicPr>
          <p:cNvPr id="19" name="Object 18" descr="icons/refarch/Security/IdentirtyAndAccess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IDENTIRTY AND ACCESS MANAGEMENT</a:t>
            </a:r>
            <a:endParaRPr lang="en-US" dirty="0"/>
          </a:p>
        </p:txBody>
      </p:sp>
      <p:pic>
        <p:nvPicPr>
          <p:cNvPr id="21" name="Object 20" descr="icons/refarch/Security/IdentityProvid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IDENTITY PROVIDER</a:t>
            </a:r>
            <a:endParaRPr lang="en-US" dirty="0"/>
          </a:p>
        </p:txBody>
      </p:sp>
      <p:pic>
        <p:nvPicPr>
          <p:cNvPr id="23" name="Object 22" descr="icons/refarch/Security/InfrastructureSecurit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SECURITY</a:t>
            </a:r>
            <a:endParaRPr lang="en-US" dirty="0"/>
          </a:p>
        </p:txBody>
      </p:sp>
      <p:pic>
        <p:nvPicPr>
          <p:cNvPr id="25" name="Object 24" descr="icons/refarch/Security/PhysicalSecurit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SECURITY</a:t>
            </a:r>
            <a:endParaRPr lang="en-US" dirty="0"/>
          </a:p>
        </p:txBody>
      </p:sp>
      <p:pic>
        <p:nvPicPr>
          <p:cNvPr id="27" name="Object 26" descr="icons/refarch/Security/SecurityMonitoringAndIntelligen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MONITORING AND INTELLIGENCE</a:t>
            </a:r>
            <a:endParaRPr lang="en-US" dirty="0"/>
          </a:p>
        </p:txBody>
      </p:sp>
      <p:pic>
        <p:nvPicPr>
          <p:cNvPr id="29" name="Object 28" descr="icons/refarch/Security/SecurityServic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SERVICES</a:t>
            </a:r>
            <a:endParaRPr lang="en-US" dirty="0"/>
          </a:p>
        </p:txBody>
      </p:sp>
      <p:pic>
        <p:nvPicPr>
          <p:cNvPr id="31" name="Object 30" descr="icons/refarch/Security/TrustedComput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TRUSTED COMPUTING</a:t>
            </a:r>
            <a:endParaRPr lang="en-US" dirty="0"/>
          </a:p>
        </p:txBody>
      </p:sp>
      <p:pic>
        <p:nvPicPr>
          <p:cNvPr id="33" name="Object 32" descr="icons/refarch/Security/VP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SOCIAL</a:t>
            </a:r>
            <a:endParaRPr lang="en-US" dirty="0"/>
          </a:p>
        </p:txBody>
      </p:sp>
      <p:pic>
        <p:nvPicPr>
          <p:cNvPr id="3" name="Object 2" descr="icons/refarch/Social/Commun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COMMUNITIES</a:t>
            </a:r>
            <a:endParaRPr lang="en-US" dirty="0"/>
          </a:p>
        </p:txBody>
      </p:sp>
      <p:pic>
        <p:nvPicPr>
          <p:cNvPr id="5" name="Object 4" descr="icons/refarch/Social/File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SYNC</a:t>
            </a:r>
            <a:endParaRPr lang="en-US" dirty="0"/>
          </a:p>
        </p:txBody>
      </p:sp>
      <p:pic>
        <p:nvPicPr>
          <p:cNvPr id="7" name="Object 6" descr="icons/refarch/Social/LiveCollabor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COLLABORATION</a:t>
            </a:r>
            <a:endParaRPr lang="en-US" dirty="0"/>
          </a:p>
        </p:txBody>
      </p:sp>
      <p:pic>
        <p:nvPicPr>
          <p:cNvPr id="9" name="Object 8" descr="icons/refarch/Social/Messag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MESSAGING</a:t>
            </a:r>
            <a:endParaRPr lang="en-US" dirty="0"/>
          </a:p>
        </p:txBody>
      </p:sp>
      <p:pic>
        <p:nvPicPr>
          <p:cNvPr id="11" name="Object 10" descr="icons/refarch/Social/Network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NETWORKING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USERS</a:t>
            </a:r>
            <a:endParaRPr lang="en-US" dirty="0"/>
          </a:p>
        </p:txBody>
      </p:sp>
      <p:pic>
        <p:nvPicPr>
          <p:cNvPr id="3" name="Object 2" descr="icons/refarch/Users/brow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BROWSER</a:t>
            </a:r>
            <a:endParaRPr lang="en-US" dirty="0"/>
          </a:p>
        </p:txBody>
      </p:sp>
      <p:pic>
        <p:nvPicPr>
          <p:cNvPr id="5" name="Object 4" descr="icons/refarch/Users/de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</a:t>
            </a:r>
            <a:endParaRPr lang="en-US" dirty="0"/>
          </a:p>
        </p:txBody>
      </p:sp>
      <p:pic>
        <p:nvPicPr>
          <p:cNvPr id="7" name="Object 6" descr="icons/refarch/Users/integrated digital experien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INTEGRATED DIGITAL EXPERIENCES</a:t>
            </a:r>
            <a:endParaRPr lang="en-US" dirty="0"/>
          </a:p>
        </p:txBody>
      </p:sp>
      <p:pic>
        <p:nvPicPr>
          <p:cNvPr id="9" name="Object 8" descr="icons/refarch/Users/physical ent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ENTITY</a:t>
            </a:r>
            <a:endParaRPr lang="en-US" dirty="0"/>
          </a:p>
        </p:txBody>
      </p:sp>
      <p:pic>
        <p:nvPicPr>
          <p:cNvPr id="11" name="Object 10" descr="icons/refarch/Users/sens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pic>
        <p:nvPicPr>
          <p:cNvPr id="13" name="Object 12" descr="icons/refarch/Users/user interfa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 INTERFACE</a:t>
            </a:r>
            <a:endParaRPr lang="en-US" dirty="0"/>
          </a:p>
        </p:txBody>
      </p:sp>
      <p:pic>
        <p:nvPicPr>
          <p:cNvPr id="15" name="Object 14" descr="icons/refarch/Users/us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pic>
        <p:nvPicPr>
          <p:cNvPr id="3" name="Object 2" descr="icons/refarch/VPC/block_sto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</a:t>
            </a:r>
            <a:endParaRPr lang="en-US" dirty="0"/>
          </a:p>
        </p:txBody>
      </p:sp>
      <p:pic>
        <p:nvPicPr>
          <p:cNvPr id="5" name="Object 4" descr="icons/refarch/VPC/bri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BRIDGE</a:t>
            </a:r>
            <a:endParaRPr lang="en-US" dirty="0"/>
          </a:p>
        </p:txBody>
      </p:sp>
      <p:pic>
        <p:nvPicPr>
          <p:cNvPr id="7" name="Object 6" descr="icons/refarch/VPC/class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CLASSIC TAG</a:t>
            </a:r>
            <a:endParaRPr lang="en-US" dirty="0"/>
          </a:p>
        </p:txBody>
      </p:sp>
      <p:pic>
        <p:nvPicPr>
          <p:cNvPr id="9" name="Object 8" descr="icons/refarch/VPC/datacen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DATACENTER</a:t>
            </a:r>
            <a:endParaRPr lang="en-US" dirty="0"/>
          </a:p>
        </p:txBody>
      </p:sp>
      <p:pic>
        <p:nvPicPr>
          <p:cNvPr id="11" name="Object 10" descr="icons/refarch/VPC/direct_l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</a:t>
            </a:r>
            <a:endParaRPr lang="en-US" dirty="0"/>
          </a:p>
        </p:txBody>
      </p:sp>
      <p:pic>
        <p:nvPicPr>
          <p:cNvPr id="13" name="Object 12" descr="icons/refarch/VPC/enterpri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</a:t>
            </a:r>
            <a:endParaRPr lang="en-US" dirty="0"/>
          </a:p>
        </p:txBody>
      </p:sp>
      <p:pic>
        <p:nvPicPr>
          <p:cNvPr id="15" name="Object 14" descr="icons/refarch/VPC/enterprise_ta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TAG</a:t>
            </a:r>
            <a:endParaRPr lang="en-US" dirty="0"/>
          </a:p>
        </p:txBody>
      </p:sp>
      <p:pic>
        <p:nvPicPr>
          <p:cNvPr id="17" name="Object 16" descr="icons/refarch/VPC/floating_i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</a:t>
            </a:r>
            <a:endParaRPr lang="en-US" dirty="0"/>
          </a:p>
        </p:txBody>
      </p:sp>
      <p:pic>
        <p:nvPicPr>
          <p:cNvPr id="19" name="Object 18" descr="icons/refarch/VPC/ibm_cloud_ta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 TAG</a:t>
            </a:r>
            <a:endParaRPr lang="en-US" dirty="0"/>
          </a:p>
        </p:txBody>
      </p:sp>
      <p:pic>
        <p:nvPicPr>
          <p:cNvPr id="21" name="Object 20" descr="icons/refarch/VPC/im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</a:t>
            </a:r>
            <a:endParaRPr lang="en-US" dirty="0"/>
          </a:p>
        </p:txBody>
      </p:sp>
      <p:pic>
        <p:nvPicPr>
          <p:cNvPr id="23" name="Object 22" descr="icons/refarch/VPC/instan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</a:t>
            </a:r>
            <a:endParaRPr lang="en-US" dirty="0"/>
          </a:p>
        </p:txBody>
      </p:sp>
      <p:pic>
        <p:nvPicPr>
          <p:cNvPr id="25" name="Object 24" descr="icons/refarch/VPC/interne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</a:t>
            </a:r>
            <a:endParaRPr lang="en-US" dirty="0"/>
          </a:p>
        </p:txBody>
      </p:sp>
      <p:pic>
        <p:nvPicPr>
          <p:cNvPr id="27" name="Object 26" descr="icons/refarch/VPC/internet_service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pic>
        <p:nvPicPr>
          <p:cNvPr id="29" name="Object 28" descr="icons/refarch/VPC/ke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</a:t>
            </a:r>
            <a:endParaRPr lang="en-US" dirty="0"/>
          </a:p>
        </p:txBody>
      </p:sp>
      <p:pic>
        <p:nvPicPr>
          <p:cNvPr id="31" name="Object 30" descr="icons/refarch/VPC/lb_listener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LISTENER ICON</a:t>
            </a:r>
            <a:endParaRPr lang="en-US" dirty="0"/>
          </a:p>
        </p:txBody>
      </p:sp>
      <p:pic>
        <p:nvPicPr>
          <p:cNvPr id="33" name="Object 32" descr="icons/refarch/VPC/lb_pool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POOL ICON</a:t>
            </a:r>
            <a:endParaRPr lang="en-US" dirty="0"/>
          </a:p>
        </p:txBody>
      </p:sp>
      <p:pic>
        <p:nvPicPr>
          <p:cNvPr id="35" name="Object 34" descr="icons/refarch/VPC/load_balanc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</a:t>
            </a:r>
            <a:endParaRPr lang="en-US" dirty="0"/>
          </a:p>
        </p:txBody>
      </p:sp>
      <p:pic>
        <p:nvPicPr>
          <p:cNvPr id="37" name="Object 36" descr="icons/refarch/VPC/object_storag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 STORAGE</a:t>
            </a:r>
            <a:endParaRPr lang="en-US" dirty="0"/>
          </a:p>
        </p:txBody>
      </p:sp>
      <p:pic>
        <p:nvPicPr>
          <p:cNvPr id="39" name="Object 38" descr="icons/refarch/VPC/public_gateway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pic>
        <p:nvPicPr>
          <p:cNvPr id="41" name="Object 40" descr="icons/refarch/VPC/public_tag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TAG</a:t>
            </a:r>
            <a:endParaRPr lang="en-US" dirty="0"/>
          </a:p>
        </p:txBody>
      </p:sp>
      <p:pic>
        <p:nvPicPr>
          <p:cNvPr id="43" name="Object 42" descr="icons/refarch/VPC/region_tag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 TAG</a:t>
            </a:r>
            <a:endParaRPr lang="en-US" dirty="0"/>
          </a:p>
        </p:txBody>
      </p:sp>
      <p:pic>
        <p:nvPicPr>
          <p:cNvPr id="45" name="Object 44" descr="icons/refarch/VPC/rout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017520" y="2468880"/>
            <a:ext cx="457200" cy="45720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ROUTER</a:t>
            </a:r>
            <a:endParaRPr lang="en-US" dirty="0"/>
          </a:p>
        </p:txBody>
      </p:sp>
      <p:pic>
        <p:nvPicPr>
          <p:cNvPr id="47" name="Object 46" descr="icons/refarch/VPC/ru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31920" y="2468880"/>
            <a:ext cx="457200" cy="457200"/>
          </a:xfrm>
          <a:prstGeom prst="rect">
            <a:avLst/>
          </a:prstGeom>
        </p:spPr>
      </p:pic>
      <p:sp>
        <p:nvSpPr>
          <p:cNvPr id="48" name="Object 47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dirty="0"/>
          </a:p>
        </p:txBody>
      </p:sp>
      <p:pic>
        <p:nvPicPr>
          <p:cNvPr id="49" name="Object 48" descr="icons/refarch/VPC/subnet_tag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46320" y="2468880"/>
            <a:ext cx="457200" cy="45720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 TAG</a:t>
            </a:r>
            <a:endParaRPr lang="en-US" dirty="0"/>
          </a:p>
        </p:txBody>
      </p:sp>
      <p:pic>
        <p:nvPicPr>
          <p:cNvPr id="51" name="Object 50" descr="icons/refarch/VPC/vpc_tag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60720" y="2468880"/>
            <a:ext cx="457200" cy="45720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TAG</a:t>
            </a:r>
            <a:endParaRPr lang="en-US" dirty="0"/>
          </a:p>
        </p:txBody>
      </p:sp>
      <p:pic>
        <p:nvPicPr>
          <p:cNvPr id="53" name="Object 52" descr="icons/refarch/VPC/vpn_connecti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75120" y="2468880"/>
            <a:ext cx="457200" cy="457200"/>
          </a:xfrm>
          <a:prstGeom prst="rect">
            <a:avLst/>
          </a:prstGeom>
        </p:spPr>
      </p:pic>
      <p:sp>
        <p:nvSpPr>
          <p:cNvPr id="54" name="Object 53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CONNECTION</a:t>
            </a:r>
            <a:endParaRPr lang="en-US" dirty="0"/>
          </a:p>
        </p:txBody>
      </p:sp>
      <p:pic>
        <p:nvPicPr>
          <p:cNvPr id="55" name="Object 54" descr="icons/refarch/VPC/vpn_gateway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589520" y="2468880"/>
            <a:ext cx="457200" cy="45720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GATEWAY</a:t>
            </a:r>
            <a:endParaRPr lang="en-US" dirty="0"/>
          </a:p>
        </p:txBody>
      </p:sp>
      <p:pic>
        <p:nvPicPr>
          <p:cNvPr id="57" name="Object 56" descr="icons/refarch/VPC/vpn_policy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74320" y="3566160"/>
            <a:ext cx="457200" cy="45720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POLICY</a:t>
            </a:r>
            <a:endParaRPr lang="en-US" dirty="0"/>
          </a:p>
        </p:txBody>
      </p:sp>
      <p:pic>
        <p:nvPicPr>
          <p:cNvPr id="59" name="Object 58" descr="icons/refarch/VPC/zone_tag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8720" y="3566160"/>
            <a:ext cx="457200" cy="457200"/>
          </a:xfrm>
          <a:prstGeom prst="rect">
            <a:avLst/>
          </a:prstGeom>
        </p:spPr>
      </p:pic>
      <p:sp>
        <p:nvSpPr>
          <p:cNvPr id="60" name="Object 59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 TAG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2025-06-22T07:05:34.655Z</dcterms:created>
  <dcterms:modified xsi:type="dcterms:W3CDTF">2025-06-22T07:05:34.655Z</dcterms:modified>
</cp:coreProperties>
</file>