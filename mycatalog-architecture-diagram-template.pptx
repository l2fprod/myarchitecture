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Jun 29 2025 07:05:33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media/image227.png" Type="http://schemas.openxmlformats.org/officeDocument/2006/relationships/image"/><Relationship Id="rId12" Target="../media/image228.png" Type="http://schemas.openxmlformats.org/officeDocument/2006/relationships/image"/><Relationship Id="rId13" Target="../media/image229.png" Type="http://schemas.openxmlformats.org/officeDocument/2006/relationships/image"/><Relationship Id="rId14" Target="../media/image230.png" Type="http://schemas.openxmlformats.org/officeDocument/2006/relationships/image"/><Relationship Id="rId15" Target="../media/image231.png" Type="http://schemas.openxmlformats.org/officeDocument/2006/relationships/image"/><Relationship Id="rId16" Target="../media/image232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33.png" Type="http://schemas.openxmlformats.org/officeDocument/2006/relationships/image"/><Relationship Id="rId2" Target="../media/image234.png" Type="http://schemas.openxmlformats.org/officeDocument/2006/relationships/image"/><Relationship Id="rId3" Target="../media/image235.png" Type="http://schemas.openxmlformats.org/officeDocument/2006/relationships/image"/><Relationship Id="rId4" Target="../media/image236.png" Type="http://schemas.openxmlformats.org/officeDocument/2006/relationships/image"/><Relationship Id="rId5" Target="../media/image237.png" Type="http://schemas.openxmlformats.org/officeDocument/2006/relationships/image"/><Relationship Id="rId6" Target="../media/image238.png" Type="http://schemas.openxmlformats.org/officeDocument/2006/relationships/image"/><Relationship Id="rId7" Target="../media/image239.png" Type="http://schemas.openxmlformats.org/officeDocument/2006/relationships/image"/><Relationship Id="rId8" Target="../media/image240.png" Type="http://schemas.openxmlformats.org/officeDocument/2006/relationships/image"/><Relationship Id="rId9" Target="../media/image241.png" Type="http://schemas.openxmlformats.org/officeDocument/2006/relationships/image"/><Relationship Id="rId10" Target="../media/image242.png" Type="http://schemas.openxmlformats.org/officeDocument/2006/relationships/image"/><Relationship Id="rId11" Target="../media/image243.png" Type="http://schemas.openxmlformats.org/officeDocument/2006/relationships/image"/><Relationship Id="rId12" Target="../media/image244.png" Type="http://schemas.openxmlformats.org/officeDocument/2006/relationships/image"/><Relationship Id="rId13" Target="../media/image245.png" Type="http://schemas.openxmlformats.org/officeDocument/2006/relationships/image"/><Relationship Id="rId14" Target="../media/image246.png" Type="http://schemas.openxmlformats.org/officeDocument/2006/relationships/image"/><Relationship Id="rId15" Target="../media/image247.png" Type="http://schemas.openxmlformats.org/officeDocument/2006/relationships/image"/><Relationship Id="rId16" Target="../media/image248.png" Type="http://schemas.openxmlformats.org/officeDocument/2006/relationships/image"/><Relationship Id="rId17" Target="../media/image249.png" Type="http://schemas.openxmlformats.org/officeDocument/2006/relationships/image"/><Relationship Id="rId18" Target="../media/image250.png" Type="http://schemas.openxmlformats.org/officeDocument/2006/relationships/image"/><Relationship Id="rId19" Target="../media/image251.png" Type="http://schemas.openxmlformats.org/officeDocument/2006/relationships/image"/><Relationship Id="rId20" Target="../media/image252.png" Type="http://schemas.openxmlformats.org/officeDocument/2006/relationships/image"/><Relationship Id="rId21" Target="../media/image253.png" Type="http://schemas.openxmlformats.org/officeDocument/2006/relationships/image"/><Relationship Id="rId22" Target="../media/image254.png" Type="http://schemas.openxmlformats.org/officeDocument/2006/relationships/image"/><Relationship Id="rId23" Target="../media/image255.png" Type="http://schemas.openxmlformats.org/officeDocument/2006/relationships/image"/><Relationship Id="rId24" Target="../media/image256.png" Type="http://schemas.openxmlformats.org/officeDocument/2006/relationships/image"/><Relationship Id="rId25" Target="../media/image257.png" Type="http://schemas.openxmlformats.org/officeDocument/2006/relationships/image"/><Relationship Id="rId26" Target="../media/image258.png" Type="http://schemas.openxmlformats.org/officeDocument/2006/relationships/image"/><Relationship Id="rId27" Target="../media/image259.png" Type="http://schemas.openxmlformats.org/officeDocument/2006/relationships/image"/><Relationship Id="rId28" Target="../media/image260.png" Type="http://schemas.openxmlformats.org/officeDocument/2006/relationships/image"/><Relationship Id="rId29" Target="../media/image261.png" Type="http://schemas.openxmlformats.org/officeDocument/2006/relationships/image"/><Relationship Id="rId30" Target="../media/image262.png" Type="http://schemas.openxmlformats.org/officeDocument/2006/relationships/image"/><Relationship Id="rId31" Target="../media/image263.png" Type="http://schemas.openxmlformats.org/officeDocument/2006/relationships/image"/><Relationship Id="rId32" Target="../media/image264.png" Type="http://schemas.openxmlformats.org/officeDocument/2006/relationships/image"/><Relationship Id="rId33" Target="../media/image265.png" Type="http://schemas.openxmlformats.org/officeDocument/2006/relationships/image"/><Relationship Id="rId34" Target="../media/image266.png" Type="http://schemas.openxmlformats.org/officeDocument/2006/relationships/image"/><Relationship Id="rId35" Target="../media/image267.png" Type="http://schemas.openxmlformats.org/officeDocument/2006/relationships/image"/><Relationship Id="rId36" Target="../media/image26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9.png" Type="http://schemas.openxmlformats.org/officeDocument/2006/relationships/image"/><Relationship Id="rId2" Target="../media/image270.png" Type="http://schemas.openxmlformats.org/officeDocument/2006/relationships/image"/><Relationship Id="rId3" Target="../media/image271.png" Type="http://schemas.openxmlformats.org/officeDocument/2006/relationships/image"/><Relationship Id="rId4" Target="../media/image272.png" Type="http://schemas.openxmlformats.org/officeDocument/2006/relationships/image"/><Relationship Id="rId5" Target="../media/image273.png" Type="http://schemas.openxmlformats.org/officeDocument/2006/relationships/image"/><Relationship Id="rId6" Target="../media/image274.png" Type="http://schemas.openxmlformats.org/officeDocument/2006/relationships/image"/><Relationship Id="rId7" Target="../media/image275.png" Type="http://schemas.openxmlformats.org/officeDocument/2006/relationships/image"/><Relationship Id="rId8" Target="../media/image276.png" Type="http://schemas.openxmlformats.org/officeDocument/2006/relationships/image"/><Relationship Id="rId9" Target="../media/image277.png" Type="http://schemas.openxmlformats.org/officeDocument/2006/relationships/image"/><Relationship Id="rId10" Target="../media/image278.png" Type="http://schemas.openxmlformats.org/officeDocument/2006/relationships/image"/><Relationship Id="rId11" Target="../media/image279.png" Type="http://schemas.openxmlformats.org/officeDocument/2006/relationships/image"/><Relationship Id="rId12" Target="../media/image280.png" Type="http://schemas.openxmlformats.org/officeDocument/2006/relationships/image"/><Relationship Id="rId13" Target="../media/image281.png" Type="http://schemas.openxmlformats.org/officeDocument/2006/relationships/image"/><Relationship Id="rId14" Target="../media/image282.png" Type="http://schemas.openxmlformats.org/officeDocument/2006/relationships/image"/><Relationship Id="rId15" Target="../media/image283.png" Type="http://schemas.openxmlformats.org/officeDocument/2006/relationships/image"/><Relationship Id="rId16" Target="../media/image284.png" Type="http://schemas.openxmlformats.org/officeDocument/2006/relationships/image"/><Relationship Id="rId17" Target="../media/image285.png" Type="http://schemas.openxmlformats.org/officeDocument/2006/relationships/image"/><Relationship Id="rId18" Target="../media/image286.png" Type="http://schemas.openxmlformats.org/officeDocument/2006/relationships/image"/><Relationship Id="rId19" Target="../media/image287.png" Type="http://schemas.openxmlformats.org/officeDocument/2006/relationships/image"/><Relationship Id="rId20" Target="../media/image288.png" Type="http://schemas.openxmlformats.org/officeDocument/2006/relationships/image"/><Relationship Id="rId21" Target="../media/image289.png" Type="http://schemas.openxmlformats.org/officeDocument/2006/relationships/image"/><Relationship Id="rId22" Target="../media/image290.png" Type="http://schemas.openxmlformats.org/officeDocument/2006/relationships/image"/><Relationship Id="rId23" Target="../media/image291.png" Type="http://schemas.openxmlformats.org/officeDocument/2006/relationships/image"/><Relationship Id="rId24" Target="../media/image292.png" Type="http://schemas.openxmlformats.org/officeDocument/2006/relationships/image"/><Relationship Id="rId25" Target="../media/image293.png" Type="http://schemas.openxmlformats.org/officeDocument/2006/relationships/image"/><Relationship Id="rId26" Target="../media/image294.png" Type="http://schemas.openxmlformats.org/officeDocument/2006/relationships/image"/><Relationship Id="rId27" Target="../media/image295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6.png" Type="http://schemas.openxmlformats.org/officeDocument/2006/relationships/image"/><Relationship Id="rId2" Target="../media/image297.png" Type="http://schemas.openxmlformats.org/officeDocument/2006/relationships/image"/><Relationship Id="rId3" Target="../media/image298.png" Type="http://schemas.openxmlformats.org/officeDocument/2006/relationships/image"/><Relationship Id="rId4" Target="../media/image299.png" Type="http://schemas.openxmlformats.org/officeDocument/2006/relationships/image"/><Relationship Id="rId5" Target="../media/image300.png" Type="http://schemas.openxmlformats.org/officeDocument/2006/relationships/image"/><Relationship Id="rId6" Target="../media/image301.png" Type="http://schemas.openxmlformats.org/officeDocument/2006/relationships/image"/><Relationship Id="rId7" Target="../media/image302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303.png" Type="http://schemas.openxmlformats.org/officeDocument/2006/relationships/image"/><Relationship Id="rId2" Target="../media/image304.png" Type="http://schemas.openxmlformats.org/officeDocument/2006/relationships/image"/><Relationship Id="rId3" Target="../media/image305.png" Type="http://schemas.openxmlformats.org/officeDocument/2006/relationships/image"/><Relationship Id="rId4" Target="../media/image306.png" Type="http://schemas.openxmlformats.org/officeDocument/2006/relationships/image"/><Relationship Id="rId5" Target="../media/image307.png" Type="http://schemas.openxmlformats.org/officeDocument/2006/relationships/image"/><Relationship Id="rId6" Target="../media/image308.png" Type="http://schemas.openxmlformats.org/officeDocument/2006/relationships/image"/><Relationship Id="rId7" Target="../media/image309.png" Type="http://schemas.openxmlformats.org/officeDocument/2006/relationships/image"/><Relationship Id="rId8" Target="../media/image310.png" Type="http://schemas.openxmlformats.org/officeDocument/2006/relationships/image"/><Relationship Id="rId9" Target="../media/image311.png" Type="http://schemas.openxmlformats.org/officeDocument/2006/relationships/image"/><Relationship Id="rId10" Target="../media/image312.png" Type="http://schemas.openxmlformats.org/officeDocument/2006/relationships/image"/><Relationship Id="rId11" Target="../media/image313.png" Type="http://schemas.openxmlformats.org/officeDocument/2006/relationships/image"/><Relationship Id="rId12" Target="../media/image314.png" Type="http://schemas.openxmlformats.org/officeDocument/2006/relationships/image"/><Relationship Id="rId13" Target="../media/image315.png" Type="http://schemas.openxmlformats.org/officeDocument/2006/relationships/image"/><Relationship Id="rId14" Target="../media/image316.png" Type="http://schemas.openxmlformats.org/officeDocument/2006/relationships/image"/><Relationship Id="rId15" Target="../media/image317.png" Type="http://schemas.openxmlformats.org/officeDocument/2006/relationships/image"/><Relationship Id="rId16" Target="../media/image318.png" Type="http://schemas.openxmlformats.org/officeDocument/2006/relationships/image"/><Relationship Id="rId17" Target="../media/image319.png" Type="http://schemas.openxmlformats.org/officeDocument/2006/relationships/image"/><Relationship Id="rId18" Target="../media/image320.png" Type="http://schemas.openxmlformats.org/officeDocument/2006/relationships/image"/><Relationship Id="rId19" Target="../media/image321.png" Type="http://schemas.openxmlformats.org/officeDocument/2006/relationships/image"/><Relationship Id="rId20" Target="../media/image322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23.png" Type="http://schemas.openxmlformats.org/officeDocument/2006/relationships/image"/><Relationship Id="rId2" Target="../media/image324.png" Type="http://schemas.openxmlformats.org/officeDocument/2006/relationships/image"/><Relationship Id="rId3" Target="../media/image325.png" Type="http://schemas.openxmlformats.org/officeDocument/2006/relationships/image"/><Relationship Id="rId4" Target="../media/image326.png" Type="http://schemas.openxmlformats.org/officeDocument/2006/relationships/image"/><Relationship Id="rId5" Target="../media/image327.png" Type="http://schemas.openxmlformats.org/officeDocument/2006/relationships/image"/><Relationship Id="rId6" Target="../media/image328.png" Type="http://schemas.openxmlformats.org/officeDocument/2006/relationships/image"/><Relationship Id="rId7" Target="../media/image329.png" Type="http://schemas.openxmlformats.org/officeDocument/2006/relationships/image"/><Relationship Id="rId8" Target="../media/image330.png" Type="http://schemas.openxmlformats.org/officeDocument/2006/relationships/image"/><Relationship Id="rId9" Target="../media/image331.png" Type="http://schemas.openxmlformats.org/officeDocument/2006/relationships/image"/><Relationship Id="rId10" Target="../media/image332.png" Type="http://schemas.openxmlformats.org/officeDocument/2006/relationships/image"/><Relationship Id="rId11" Target="../media/image333.png" Type="http://schemas.openxmlformats.org/officeDocument/2006/relationships/image"/><Relationship Id="rId12" Target="../media/image334.png" Type="http://schemas.openxmlformats.org/officeDocument/2006/relationships/image"/><Relationship Id="rId13" Target="../media/image335.png" Type="http://schemas.openxmlformats.org/officeDocument/2006/relationships/image"/><Relationship Id="rId14" Target="../media/image336.png" Type="http://schemas.openxmlformats.org/officeDocument/2006/relationships/image"/><Relationship Id="rId15" Target="../media/image337.png" Type="http://schemas.openxmlformats.org/officeDocument/2006/relationships/image"/><Relationship Id="rId16" Target="../media/image338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9.png" Type="http://schemas.openxmlformats.org/officeDocument/2006/relationships/image"/><Relationship Id="rId2" Target="../media/image340.png" Type="http://schemas.openxmlformats.org/officeDocument/2006/relationships/image"/><Relationship Id="rId3" Target="../media/image341.png" Type="http://schemas.openxmlformats.org/officeDocument/2006/relationships/image"/><Relationship Id="rId4" Target="../media/image342.png" Type="http://schemas.openxmlformats.org/officeDocument/2006/relationships/image"/><Relationship Id="rId5" Target="../media/image343.png" Type="http://schemas.openxmlformats.org/officeDocument/2006/relationships/image"/><Relationship Id="rId6" Target="../media/image344.png" Type="http://schemas.openxmlformats.org/officeDocument/2006/relationships/image"/><Relationship Id="rId7" Target="../media/image345.png" Type="http://schemas.openxmlformats.org/officeDocument/2006/relationships/image"/><Relationship Id="rId8" Target="../media/image346.png" Type="http://schemas.openxmlformats.org/officeDocument/2006/relationships/image"/><Relationship Id="rId9" Target="../media/image347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8.png" Type="http://schemas.openxmlformats.org/officeDocument/2006/relationships/image"/><Relationship Id="rId2" Target="../media/image349.png" Type="http://schemas.openxmlformats.org/officeDocument/2006/relationships/image"/><Relationship Id="rId3" Target="../media/image350.png" Type="http://schemas.openxmlformats.org/officeDocument/2006/relationships/image"/><Relationship Id="rId4" Target="../media/image351.png" Type="http://schemas.openxmlformats.org/officeDocument/2006/relationships/image"/><Relationship Id="rId5" Target="../media/image352.png" Type="http://schemas.openxmlformats.org/officeDocument/2006/relationships/image"/><Relationship Id="rId6" Target="../media/image353.png" Type="http://schemas.openxmlformats.org/officeDocument/2006/relationships/image"/><Relationship Id="rId7" Target="../media/image354.png" Type="http://schemas.openxmlformats.org/officeDocument/2006/relationships/image"/><Relationship Id="rId8" Target="../media/image355.png" Type="http://schemas.openxmlformats.org/officeDocument/2006/relationships/image"/><Relationship Id="rId9" Target="../media/image356.png" Type="http://schemas.openxmlformats.org/officeDocument/2006/relationships/image"/><Relationship Id="rId10" Target="../media/image357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8.png" Type="http://schemas.openxmlformats.org/officeDocument/2006/relationships/image"/><Relationship Id="rId2" Target="../media/image359.png" Type="http://schemas.openxmlformats.org/officeDocument/2006/relationships/image"/><Relationship Id="rId3" Target="../media/image360.png" Type="http://schemas.openxmlformats.org/officeDocument/2006/relationships/image"/><Relationship Id="rId4" Target="../media/image361.png" Type="http://schemas.openxmlformats.org/officeDocument/2006/relationships/image"/><Relationship Id="rId5" Target="../media/image362.png" Type="http://schemas.openxmlformats.org/officeDocument/2006/relationships/image"/><Relationship Id="rId6" Target="../media/image363.png" Type="http://schemas.openxmlformats.org/officeDocument/2006/relationships/image"/><Relationship Id="rId7" Target="../media/image364.png" Type="http://schemas.openxmlformats.org/officeDocument/2006/relationships/image"/><Relationship Id="rId8" Target="../media/image365.png" Type="http://schemas.openxmlformats.org/officeDocument/2006/relationships/image"/><Relationship Id="rId9" Target="../media/image366.png" Type="http://schemas.openxmlformats.org/officeDocument/2006/relationships/image"/><Relationship Id="rId10" Target="../media/image367.png" Type="http://schemas.openxmlformats.org/officeDocument/2006/relationships/image"/><Relationship Id="rId11" Target="../media/image368.png" Type="http://schemas.openxmlformats.org/officeDocument/2006/relationships/image"/><Relationship Id="rId12" Target="../media/image369.png" Type="http://schemas.openxmlformats.org/officeDocument/2006/relationships/image"/><Relationship Id="rId13" Target="../media/image370.png" Type="http://schemas.openxmlformats.org/officeDocument/2006/relationships/image"/><Relationship Id="rId14" Target="../media/image371.png" Type="http://schemas.openxmlformats.org/officeDocument/2006/relationships/image"/><Relationship Id="rId15" Target="../media/image372.png" Type="http://schemas.openxmlformats.org/officeDocument/2006/relationships/image"/><Relationship Id="rId16" Target="../media/image373.png" Type="http://schemas.openxmlformats.org/officeDocument/2006/relationships/image"/><Relationship Id="rId17" Target="../media/image374.png" Type="http://schemas.openxmlformats.org/officeDocument/2006/relationships/image"/><Relationship Id="rId18" Target="../media/image375.png" Type="http://schemas.openxmlformats.org/officeDocument/2006/relationships/image"/><Relationship Id="rId19" Target="../media/image376.png" Type="http://schemas.openxmlformats.org/officeDocument/2006/relationships/image"/><Relationship Id="rId20" Target="../media/image377.png" Type="http://schemas.openxmlformats.org/officeDocument/2006/relationships/image"/><Relationship Id="rId21" Target="../media/image378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9.png" Type="http://schemas.openxmlformats.org/officeDocument/2006/relationships/image"/><Relationship Id="rId2" Target="../media/image380.png" Type="http://schemas.openxmlformats.org/officeDocument/2006/relationships/image"/><Relationship Id="rId3" Target="../media/image381.png" Type="http://schemas.openxmlformats.org/officeDocument/2006/relationships/image"/><Relationship Id="rId4" Target="../media/image382.png" Type="http://schemas.openxmlformats.org/officeDocument/2006/relationships/image"/><Relationship Id="rId5" Target="../media/image383.png" Type="http://schemas.openxmlformats.org/officeDocument/2006/relationships/image"/><Relationship Id="rId6" Target="../media/image384.png" Type="http://schemas.openxmlformats.org/officeDocument/2006/relationships/image"/><Relationship Id="rId7" Target="../media/image385.png" Type="http://schemas.openxmlformats.org/officeDocument/2006/relationships/image"/><Relationship Id="rId8" Target="../media/image386.png" Type="http://schemas.openxmlformats.org/officeDocument/2006/relationships/image"/><Relationship Id="rId9" Target="../media/image387.png" Type="http://schemas.openxmlformats.org/officeDocument/2006/relationships/image"/><Relationship Id="rId10" Target="../media/image388.png" Type="http://schemas.openxmlformats.org/officeDocument/2006/relationships/image"/><Relationship Id="rId11" Target="../media/image389.png" Type="http://schemas.openxmlformats.org/officeDocument/2006/relationships/image"/><Relationship Id="rId12" Target="../media/image390.png" Type="http://schemas.openxmlformats.org/officeDocument/2006/relationships/image"/><Relationship Id="rId13" Target="../media/image391.png" Type="http://schemas.openxmlformats.org/officeDocument/2006/relationships/image"/><Relationship Id="rId14" Target="../media/image392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93.png" Type="http://schemas.openxmlformats.org/officeDocument/2006/relationships/image"/><Relationship Id="rId2" Target="../media/image394.png" Type="http://schemas.openxmlformats.org/officeDocument/2006/relationships/image"/><Relationship Id="rId3" Target="../media/image395.png" Type="http://schemas.openxmlformats.org/officeDocument/2006/relationships/image"/><Relationship Id="rId4" Target="../media/image396.png" Type="http://schemas.openxmlformats.org/officeDocument/2006/relationships/image"/><Relationship Id="rId5" Target="../media/image397.png" Type="http://schemas.openxmlformats.org/officeDocument/2006/relationships/image"/><Relationship Id="rId6" Target="../media/image398.png" Type="http://schemas.openxmlformats.org/officeDocument/2006/relationships/image"/><Relationship Id="rId7" Target="../media/image399.png" Type="http://schemas.openxmlformats.org/officeDocument/2006/relationships/image"/><Relationship Id="rId8" Target="../media/image400.png" Type="http://schemas.openxmlformats.org/officeDocument/2006/relationships/image"/><Relationship Id="rId9" Target="../media/image401.png" Type="http://schemas.openxmlformats.org/officeDocument/2006/relationships/image"/><Relationship Id="rId10" Target="../media/image402.png" Type="http://schemas.openxmlformats.org/officeDocument/2006/relationships/image"/><Relationship Id="rId11" Target="../media/image403.png" Type="http://schemas.openxmlformats.org/officeDocument/2006/relationships/image"/><Relationship Id="rId12" Target="../media/image404.png" Type="http://schemas.openxmlformats.org/officeDocument/2006/relationships/image"/><Relationship Id="rId13" Target="../media/image405.png" Type="http://schemas.openxmlformats.org/officeDocument/2006/relationships/image"/><Relationship Id="rId14" Target="../media/image406.png" Type="http://schemas.openxmlformats.org/officeDocument/2006/relationships/image"/><Relationship Id="rId15" Target="../media/image407.png" Type="http://schemas.openxmlformats.org/officeDocument/2006/relationships/image"/><Relationship Id="rId16" Target="../media/image408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9.png" Type="http://schemas.openxmlformats.org/officeDocument/2006/relationships/image"/><Relationship Id="rId2" Target="../media/image410.png" Type="http://schemas.openxmlformats.org/officeDocument/2006/relationships/image"/><Relationship Id="rId3" Target="../media/image411.png" Type="http://schemas.openxmlformats.org/officeDocument/2006/relationships/image"/><Relationship Id="rId4" Target="../media/image412.png" Type="http://schemas.openxmlformats.org/officeDocument/2006/relationships/image"/><Relationship Id="rId5" Target="../media/image413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14.png" Type="http://schemas.openxmlformats.org/officeDocument/2006/relationships/image"/><Relationship Id="rId2" Target="../media/image415.png" Type="http://schemas.openxmlformats.org/officeDocument/2006/relationships/image"/><Relationship Id="rId3" Target="../media/image416.png" Type="http://schemas.openxmlformats.org/officeDocument/2006/relationships/image"/><Relationship Id="rId4" Target="../media/image417.png" Type="http://schemas.openxmlformats.org/officeDocument/2006/relationships/image"/><Relationship Id="rId5" Target="../media/image418.png" Type="http://schemas.openxmlformats.org/officeDocument/2006/relationships/image"/><Relationship Id="rId6" Target="../media/image419.png" Type="http://schemas.openxmlformats.org/officeDocument/2006/relationships/image"/><Relationship Id="rId7" Target="../media/image420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21.png" Type="http://schemas.openxmlformats.org/officeDocument/2006/relationships/image"/><Relationship Id="rId2" Target="../media/image422.png" Type="http://schemas.openxmlformats.org/officeDocument/2006/relationships/image"/><Relationship Id="rId3" Target="../media/image423.png" Type="http://schemas.openxmlformats.org/officeDocument/2006/relationships/image"/><Relationship Id="rId4" Target="../media/image424.png" Type="http://schemas.openxmlformats.org/officeDocument/2006/relationships/image"/><Relationship Id="rId5" Target="../media/image425.png" Type="http://schemas.openxmlformats.org/officeDocument/2006/relationships/image"/><Relationship Id="rId6" Target="../media/image426.png" Type="http://schemas.openxmlformats.org/officeDocument/2006/relationships/image"/><Relationship Id="rId7" Target="../media/image427.png" Type="http://schemas.openxmlformats.org/officeDocument/2006/relationships/image"/><Relationship Id="rId8" Target="../media/image428.png" Type="http://schemas.openxmlformats.org/officeDocument/2006/relationships/image"/><Relationship Id="rId9" Target="../media/image429.png" Type="http://schemas.openxmlformats.org/officeDocument/2006/relationships/image"/><Relationship Id="rId10" Target="../media/image430.png" Type="http://schemas.openxmlformats.org/officeDocument/2006/relationships/image"/><Relationship Id="rId11" Target="../media/image431.png" Type="http://schemas.openxmlformats.org/officeDocument/2006/relationships/image"/><Relationship Id="rId12" Target="../media/image432.png" Type="http://schemas.openxmlformats.org/officeDocument/2006/relationships/image"/><Relationship Id="rId13" Target="../media/image433.png" Type="http://schemas.openxmlformats.org/officeDocument/2006/relationships/image"/><Relationship Id="rId14" Target="../media/image434.png" Type="http://schemas.openxmlformats.org/officeDocument/2006/relationships/image"/><Relationship Id="rId15" Target="../media/image435.png" Type="http://schemas.openxmlformats.org/officeDocument/2006/relationships/image"/><Relationship Id="rId16" Target="../media/image436.png" Type="http://schemas.openxmlformats.org/officeDocument/2006/relationships/image"/><Relationship Id="rId17" Target="../media/image437.png" Type="http://schemas.openxmlformats.org/officeDocument/2006/relationships/image"/><Relationship Id="rId18" Target="../media/image438.png" Type="http://schemas.openxmlformats.org/officeDocument/2006/relationships/image"/><Relationship Id="rId19" Target="../media/image439.png" Type="http://schemas.openxmlformats.org/officeDocument/2006/relationships/image"/><Relationship Id="rId20" Target="../media/image440.png" Type="http://schemas.openxmlformats.org/officeDocument/2006/relationships/image"/><Relationship Id="rId21" Target="../media/image441.png" Type="http://schemas.openxmlformats.org/officeDocument/2006/relationships/image"/><Relationship Id="rId22" Target="../media/image442.png" Type="http://schemas.openxmlformats.org/officeDocument/2006/relationships/image"/><Relationship Id="rId23" Target="../media/image443.png" Type="http://schemas.openxmlformats.org/officeDocument/2006/relationships/image"/><Relationship Id="rId24" Target="../media/image444.png" Type="http://schemas.openxmlformats.org/officeDocument/2006/relationships/image"/><Relationship Id="rId25" Target="../media/image445.png" Type="http://schemas.openxmlformats.org/officeDocument/2006/relationships/image"/><Relationship Id="rId26" Target="../media/image446.png" Type="http://schemas.openxmlformats.org/officeDocument/2006/relationships/image"/><Relationship Id="rId27" Target="../media/image447.png" Type="http://schemas.openxmlformats.org/officeDocument/2006/relationships/image"/><Relationship Id="rId28" Target="../media/image448.png" Type="http://schemas.openxmlformats.org/officeDocument/2006/relationships/image"/><Relationship Id="rId29" Target="../media/image449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6cde723c-9e49-74ac-4266-3f7a9bb7421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is.backup-polic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hardware-security-modul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a3b01d2d-5457-4269-8bd5-a7c815bd2f4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cd515180-d78a-11ec-b396-db7d306c4f7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090c2c10-8c38-11e8-bec2-493df9c49eb8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a9617650-09ff-11ec-85f2-d10915d24d79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dff97f5c-bc5e-4455-b470-411c3edbe49c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8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35759612-efad-48d5-ad2a-5336349ed9bc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is.reservatio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loudan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e7114cc0-ffd2-4199-bc1a-ea79a6f09e8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cluster-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fb603e9-8738-4542-abf4-baf5231a4d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ad2fdd0-bba5-11ea-8966-5d6402fed1c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3e1a2c30-11dd-11ec-b621-67e0f6600d5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omposeElasticsearch-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omposeEtcd-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Mongo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PostgreSQL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RabbitMQ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Redis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ublic.bluemix.container.registr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4ad9c1b8-e58e-2a9d-ccb8-d4d5ae84abc0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59b735ee-5938-4ebd-a6b2-541aef2d1f6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d19358fd-a20a-4bb7-9727-9d3c129db74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742c2c0f-1c40-480d-ab7b-76e56a89f51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da26b90-7b83-44b5-b6d3-778b408b77db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07d4aa9f-1f71-43bb-9916-8e9cff5bc42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1ab48530-6638-4fce-a386-0bd598576a0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840bcb30-f8c3-11ed-afcd-01dba1a5ada3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96b9880-9e9b-11ea-9054-e15e287f1e7f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5d307850-0404-11eb-8c8b-c7d7505f656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databases-for-enterprisedb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databases-for-elasticsearch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atabases-for-mongodb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mysql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postgresql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redi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d0532c0-f87c-11ea-be25-c9dc051df74f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shdb-for-transactions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9e02e72d-00ce-4220-b44c-650c8314e58a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dedicated-hos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86fb7610-0f92-11ea-a6a3-8b96ed1570d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7dd59b11-c3c5-5aad-f6b2-2a0c2a3e6c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c11a440-6073-11e9-9f5a-2f7997ba23c0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22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23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9f3db814-3aec-47c5-94b0-6a71d49bd27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9e09a2eb-b2e5-4d76-ab7c-1b2f8c0808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79679329-2050-4779-a2e2-7210b88aed4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6fc0c2df-7fbc-470f-aac5-a93af7ef4a9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2ca6b61-2aa8-4b8f-ba21-69854bd2095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b4ed8a30-936f-11e9-b289-1d079699cbe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d1e3f0d2-0f49-ddfd-0eb9-2897b9d3a45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871a9870-7508-11ef-ac5c-3324c550b37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4955a78-30f9-426d-a25a-344480421b2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ecdb4690-c2d8-11eb-bff1-4f7b9d2dfe4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6a7f4e38-f218-48ef-9dd2-df408747568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60427a43-cf48-41e0-bd95-26bde9c1210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FOR POWER ON-PREMISES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is.shar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is.floating-i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flow-log-collecto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05605040-8854-4665-bd05-0b10a96daf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d2fb0ba3-1679-4053-a593-9f2259d9e87b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f5b26324-9b39-c701-0cc5-b0d5d2fe853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a93eeacc-7012-c8bc-c851-e928949a226c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900fb23f-fe9d-4cf8-9bb2-a82d87dede0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3c7f095-67da-42e6-b982-46d0e6e79f84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afa31435-8561-4383-b069-ec9a47719e20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PRESTO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3e683ee5-b3a8-4f07-b98b-bf35bdeb7082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SECURITY SUITE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9db75c87-84ce-491b-8526-dcd2188f3866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X-ANALYSIS SUITE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fa329acf-f9b6-fa9f-f37e-ad72d0b6a783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d589492e-6ac0-4a11-9c28-a157851c8f68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986f2197-9f9a-44f4-9463-f17ec64c672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1d5aa90-2cab-11ef-bc36-b3feacb6d8d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 MANAGED ON POWER VIRTUAL SERVER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im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metada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75874a60-cb12-11e7-948e-37ac098eb1b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1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035145f0-2cac-4505-59e9-2e363d08d5a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ee41347f-b18e-4ca6-bf80-b5467c63f9a6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983ea9a2-0fec-4021-8b70-8da5373394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a8f89634-261c-4832-8257-b25e0478798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1fa7442-9ee0-4e27-94c2-0cb3776a0a0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ontainers-kubernet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is.load-balanc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9349854b-eb46-427f-8ef6-687d601c9ed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b3c3da-7b1f-0879-f414-f367da218488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329950-0a3e-11e8-922e-f1366c6e1c83-imi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14bd30e0-8921-11e9-a2c5-13fceaf553c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messages-for-rabbitmq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4000551-49ff-4868-9e05-f863e60fad3a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9d9545b4-b866-4c1b-9fc0-39273aef5bb0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01037c41-adce-4bb5-8b45-0c06004916c4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is.snapshot-consistency-grou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bb6393bc-7d81-446b-9728-61b704f6eca5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c42cff0-b19b-11eb-9a66-c717766c1d30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network-ac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97bd0c3-a8e5-4f3d-b925-16380e039a9a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266c5178-8d88-40a9-966f-ea9f775bab05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 PROFESSIONAL SERVICES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466091c0-9b8d-11eb-8f8c-91e95378d44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2f756420-434f-11e8-ae40-6bdd72502ab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bb6229f0-e632-11ee-ae26-5d6d9ba99ee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f0ea1510-e632-11ee-acb6-4d13e7035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339a87f0-e633-11ee-acb6-4d13e7035d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placement-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41690130-a4e8-11ea-94c3-d72a57643c7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d666f360-66d1-11e9-85ef-a19427301a8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b2cdb0e-ad91-4fd7-97c0-5398874ec27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828699d-dda7-4022-839b-c8e1e8b7d9d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workspa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dedicated-ho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208072a0-7978-11ef-b369-0733120a414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im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address-grou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-interfac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network-security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hared-processor-pool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pvm-instan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power-iaas.volum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b260dfd6-9b79-4377-be6d-146a5cb59be8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private-path-service-gatewa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91a901ac-fb7d-9b6e-eb25-14e75a20c4c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0f32e980-4197-4ad7-a484-e98f7c7424bf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 POWERVS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7c03a06c-f1bb-46f8-84d8-9378432b2804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public-gatewa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aa11a8b2-381e-4c1c-a232-2148f65c005f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3eb2d5a0-24ff-11eb-9437-631d7272fff5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b6049020-80f4-11eb-a0f7-e35ec9b4054f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5f8ac0-98f7-11e9-a40c-5b3c4bf3cc6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instructlab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AI INSTRUCTLAB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openshif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bd517bf0-88ba-11ea-a52e-91aeb42a4019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schematics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14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ebc0cdb0-af2a-11ea-98c7-29e5db82264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BM_SecureGateway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ompl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e831e900-82d6-11ec-95c5-c12c5a5d968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security-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bc35fb8c-bc5b-431b-859e-3861771d584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556153d0-5ad0-11e9-b7f9-41319ef2212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1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8aa72a57-b069-47e6-bf3f-8d1ced0051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STANDARD LIVE PAYMENT HSM SERVICE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2bea02b0-c0a4-11ee-83aa-3171b0bf2976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5acdbc42-8965-48f9-8a3c-1c728b6ed2c4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is.subne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f2d2c90-caec-4916-b44b-8363479ab12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TECHD PROFESSIONAL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282c1d79-9176-4597-9cff-941a8d6cfd4c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512e5f0-64fb-11e8-9c23-830c05b8b729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a0b5c5b4-cf45-4d10-ba8c-512126cf6e2c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TRADESCREEN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f38a4da0-c353-11e9-83b6-a36a57a97a06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vmware.directorsit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vmware.usage-mete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vmware.vd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veeam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66644e80-f35a-11ee-923f-2fe367129617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virtual-network-interfac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vpc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endpoint-gatewa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887073fb-ba5b-9407-d2ac-938308d890e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virtual-server-grou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is.instanc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5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09f5a6ea-185e-4625-8281-9e8629360a4f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b6670b68-84ca-4a04-b8e8-c567dfeedd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57254b0-a9a0-11ea-9ff6-17a22eb543c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fd1e0240-dd95-11eb-b4a0-db1c9221b8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vp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76b7bf22-b443-47db-b3db-066ba2988f4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12fbfff4-12c7-ccd0-80e6-603e8607468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045626d-55e3-4418-be11-683a26dbc1e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1530fa0-1776-11ee-93f6-1d4066e6a40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b69f78c0-11d7-11ef-9bdf-c92eb40d183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51c53b72-918f-4869-b834-2d99eb28422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39ba9d4c-b1c5-4cc3-a163-38b580121e0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43834340-4a6d-11ed-97d2-959039ad2a2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4d4fd270-fe8f-11ef-82ad-af5f37d5a45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INTEGRATION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d3a5a53-eb60-4f3c-8fd1-17f88585b6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INTELLIGENCE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2ad019f3-0fd6-4c25-966d-f3952481a87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e9407be2-139f-4f05-959d-494c6601239a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WEALTHGROWTH.AI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2025-06-29T07:05:41.860Z</dcterms:created>
  <dcterms:modified xsi:type="dcterms:W3CDTF">2025-06-29T07:05:41.860Z</dcterms:modified>
</cp:coreProperties>
</file>